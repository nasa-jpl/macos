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A VSWIR Dyson Imaging Spectrometer, Designed From the Spec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An EMIT-class push-broom spectrometer (F/1.8, 3000 × 500 pixels at 18 µm, 380–2500 nm) designed with MACOS from the public specification alone, scored on smile, keystone and the response functions, and checked by physical-optics propagation.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record; no proprietary prescription is used.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in progress.  Every number is from a committed, parameterized runner (mmacos, dyson5_run); records and figures are the runner's own output.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Contents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target, the forms, the design ladder, the evidence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3 The target and how it is scored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4 Two forms: Dyson and Offner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5 The concentric Dyson and its scaling law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6 The exact chain and the engine agree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7 The seed, scored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8 The departure ladder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9 The departure ladder, by the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10 What each departure buys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11 Next: the compact variant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12 Run it yourself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13 Backup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target and how it is scored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Joe's specification, EMIT-class; the metrics stated once, 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28975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74687"/>
                <a:gridCol w="3531752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F-number (air-equivalent, image space)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focal plane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3000 spatial × 500 spectral pixels, 18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slit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 mm; spectral height 9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380–2500 nm, 4.24 nm per pixel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smile, keystone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&lt; 0.1 pixel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SRF FWHM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&lt; 1.5–2.0 pixels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CRF FWHM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&lt; 1.5 pixels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radiometric chain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throughput, grating efficiency, QE, slit loss vs wavelength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Smile: centroid drift along the slit at fixed wavelength; keystone: drift across wavelength at fixed slit position; both in pixels from ray centroids.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SRF, CRF: slit ⊗ line-spread function ⊗ pixel ⊗ Airy, FWHM in pixels (Mouroulis &amp; Green 2018 definitions); the Airy diameter at 2500 nm is 11 µm, under the 18 µm pixel, so the incoherent chain is valid.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Design rules adopted from the literature: distortion to ~1 % of a pixel at design, &gt; 75 % of the energy in one pixel, degraded spots accepted for uniformity, the grating is the stop.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Realism (Jim): as-built SRF is 2.5–3 pixels, slits are 2 pixels wide, the systems are photon-limited; smile and keystone drive the design.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07517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54 mm slit is 2.3× EMIT's; Table 3 of the review places this spec in the ALIS class (3200 spatial pixels, 380–2500 nm).  Public comparison point: Carbon-I (arXiv:2505.22545), F/2.2, 2040–2380 nm.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Two forms: Dyson and Offner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exact ray-trace chain lays out both; the Dyson is the challenge, the Offner the all-reflective twin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Dyson: a silica block whose flat face carries the slit and the focal plane, a concave grating concentric with the block's spherical face; the JPL flight form (EMIT, CWIS, ALIS).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Offner: concave mirror, convex grating at the common centre, concave mirror; all in air, so it is also where the physical-optics twin is validated first.</a:t>
            </a:r>
          </a:p>
        </p:txBody>
      </p:sp>
      <p:pic>
        <p:nvPicPr>
          <p:cNvPr id="5" name="Picture 4" descr="dyson5_s1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1407" y="2606039"/>
            <a:ext cx="8088879" cy="35280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152388"/>
            <a:ext cx="11368735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two forms as laid out by the exact chain, dispersion plane: slit (circle) to focal plane (square), rays at 380 / 1440 / 2500 nm.  Left, the Dyson: silica block, air gap, concave grating at the stop.  Right, the Offner: concave mirror twice, convex grating at the stop.  A chain sketch; deck-standard layouts (block outline, element arcs, mm axes) arrive with the compact variant.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74827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Chain spectrometer_geom.m, emitter spectrometer_rx.m; the groove period is solved so the band spans the 9 mm focal plane.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concentric Dyson and its scaling law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classical condition verified by exact trace; at this slit the concentric block needs r ≥ 213 mm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Dyson condition R_g = n·r / (n − 1) is the blur minimum by exact 3-D trace: 0.67 µm at the condition against 4–5 µm at ±5 %, image at −h, residual fifth order (h⁴·¹⁷, r⁻³·¹⁹).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 scaling answer, before any element was added: a single concentric block meets a quarter-pixel corner blur only at r ≥ 213 mm, about twice flight scale, which is why the flight forms add an asphere, a meniscus or an air gap.</a:t>
            </a:r>
          </a:p>
        </p:txBody>
      </p:sp>
      <p:pic>
        <p:nvPicPr>
          <p:cNvPr id="5" name="Picture 4" descr="dyson5_s0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3835" y="2606039"/>
            <a:ext cx="5624023" cy="36931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31748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Rms blur at the slit corner (h = 28.2 mm) of a concentric silica Dyson at F/1.8 versus block radius, exact trace at order 0: blur ∝ r⁻³·¹⁹; the quarter-pixel budget is met at r = 213 mm (grating radius 687 mm).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74827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Runner stage s0 (engine-free); record dyson5_s0_scaling.txt.  Block index n(silica, 1 µm) = 1.450417; in-glass marginal half-angle u = asin(1 / 2nF).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exact chain and the engine agree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engine ray re-traced by the chain from the engine's own launch directions lands within 1e-9 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check: the engine's chief ray and every ray of its grid are re-traced through the chain's surfaces from the engine's launch directions; agreement is per ray, every surface, 1e-9 m; the dispersed band spans the focal plane to 1 %.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With the aspheric block face (ladder step R2): agreement 1e-12 m per ray; a sphere-only chain misses by 0.26 mm, so the check is not vacuous.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physical-optics twin: a far-field terminal on a reference sphere upstream of the focal plane, re-posed per slit position and wavelength; on the Offner at order 0 the pupil OPD is 8e-11 m and the Airy spot puts 94 % of its energy in one 18 µm pixel.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the checks found in the engine, now fixed (details in Backup): glass names were ignored at load; propagation inside glass used the vacuum wavelength; the grating groove period was held constant along the curved surface instead of along the chord; the grating's path-length jump had the matching defect.  Each has a regression test written from the physics, not from the engine.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6639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Regression tests: tSpectrometerRx (3), tGratingOpl (2), tGratingImmersed (4), tGlassDispersion (3), tPropMedium (3); mmacos fast suite 501 pass, 0 fail (2026-10-01).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seed, scored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concentric seed at a 220 mm block meets smile; keystone and the corner blur are the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Smile is met at the seed (below 0.01 pixel on both forms); the field-angle map is linear along the slit as designed.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These maps predate the grating fixes of 2026-10-01: the SRF ramp with wavelength is the groove-period defect, not the design; the re-scored maps replace this figure.</a:t>
            </a:r>
          </a:p>
        </p:txBody>
      </p:sp>
      <p:pic>
        <p:nvPicPr>
          <p:cNvPr id="5" name="Picture 4" descr="dyson5_s2_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4763" y="2358390"/>
            <a:ext cx="6742168" cy="39408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6317488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Scorer maps for the two seeds at 220 mm (rows: Dyson, Offner): field-angle map, smile (pixels), SRF FWHM (pixels), ensquared energy in one pixel, versus slit position and wavelength.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74827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Records dyson5_s1.txt, dyson5_s2.txt.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departure ladder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Each step solved on the exact chain with pixel-unit smile and keystone in the merit from the first pass, then emitted and scored in the engine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yson5_s3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98448"/>
            <a:ext cx="11368735" cy="4545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5861806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Engine-scored maxima per ladder step at the seed's 220 mm block (left: smile, keystone, CRF FWHM in pixels; right: minimum ensquared energy in one pixel against the 0.75 design rule).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departure ladder, by the numbers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Keystone falls nine-fold at fixed scale; smile and SRF stay at their floors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5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6880"/>
                <a:gridCol w="6641795"/>
                <a:gridCol w="1090676"/>
                <a:gridCol w="872744"/>
                <a:gridCol w="1090676"/>
                <a:gridCol w="1235964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 moves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keystone (px)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smile (px)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CRF FWHM (px)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ensquared, 1 px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concentric seed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0.095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grating-radius factor, face offset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0.038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0.003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+ conic and h⁴, h⁶ terms on the block face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0.037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0.004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+ block centre 0.86 mm off the grating's, along the dispersion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0.008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0.48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284492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SRF FWHM is 2.02 px on every step: the floor set by the 2-pixel slit.  Records dyson5_s3.txt; the free-radius variant in dyson5_s3free.txt.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each departure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De-concentring the block solves the distortion; the face asphere is inert; the blur is bought only by size or by the compact form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Keystone: 0.095 → 0.011 pixels at fixed scale, nine times inside the 0.1-pixel specification and at the literature's 1 % design rule; smile stays below 0.01 pixel throughout.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block-face asphere does nothing here: step R2 converges to 10 nm sags, and a one-dimensional scan about R1 is a steep bowl centred at zero.  An axisymmetric figure acts on every field point alike and cannot cancel a residual that grows as h⁴ along the slit.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blur does not move on any step, and the reason is on record: the dispersed image sits 12 mm from the order-0 image, so the slit corner's effective field height is about 32 mm, and the h⁴/r³ law predicts the measured 0.4 px rms.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routes buy it: size alone (the free-radius variant reaches 0.74 ensquared at a 341 mm block) or the literature's compact variant, a separate mirror and a meniscus — the next step.</a:t>
            </a:r>
          </a:p>
        </p:txBody>
      </p:sp>
      <p:pic>
        <p:nvPicPr>
          <p:cNvPr id="6" name="Picture 5" descr="dyson5_s3fre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3002280"/>
            <a:ext cx="5394960" cy="21568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5177401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free-radius ladder: ensquared energy reaches the 0.75 rule only as the block grows to 341 mm.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Next: the compact variant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Step R4 under the identical operands and scorer, so the trade is one 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R4: the compact Dyson of the review — a separate mirror and a meniscus — solved on the same chain with the same smile and keystone operands, emitted and engine-scored like every other step.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trade table: R3 (de-concentred block at 220 mm), the free-radius block (341 mm), and R4, on keystone, smile, CRF, SRF, ensquared energy, length, footprint, element count and glass volume.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Then the physical-optics twin on the chosen design: PSF centroids against ray centroids, SRF and CRF from the propagated PSF, the slit-width diffraction loss against the sinc² closed form.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Then the native multi-wavelength optimizer with the same operands, to confirm the chain's optimum from the engine side.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60604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Across a grating the wavefront is defined only modulo λ (the groove staircase); every OPD comparison in the twin is made in phase or on the complex field, never as unwrapped lengths.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it yourself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parameter file, one runner, every stage through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298448"/>
            <a:ext cx="11368735" cy="935736"/>
          </a:xfrm>
          <a:prstGeom prst="rect">
            <a:avLst/>
          </a:prstGeom>
          <a:solidFill>
            <a:srgbClr val="FFFFFF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/>
          <a:lstStyle/>
          <a:p>
            <a:pPr algn="ctr"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run('&lt;path&gt;/mmacos/mmacos_setup.m');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addpath('&lt;path&gt;/mmacos/challenges/dyson5');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OUT = dyson5_run();                                      % stage s0: the scaling law (engine-free)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OUT = dyson5_run(struct('stages', {{'s1','s2','s3'}}));  % emit, score, ladder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34391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Knobs live in dyson5_params.m (F-number, pixel, band, slit, block radius, ladder options); every record in this deck is a stage output under challenges/dyson5/.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Engine checks: ./run_mmacos_tests.sh tSpectrometerRx and the four grating / glass / propagation classes, all in the fast suite.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789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Diagnostics, the engine findings, and the conventions behind the main path.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Backup: four engine findings, each with a regression test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Found by the challenge's checks on 2026-09-30 and 10-01, fixed in the engine the same 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1545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8268"/>
                <a:gridCol w="2960254"/>
                <a:gridCol w="4216119"/>
                <a:gridCol w="1794093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finding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symptom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fix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test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glass names ignored at load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GlassElt= Silica element traced as air in every binding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blanked once at allocation, not on every load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tGlassDispersion (3)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vacuum wavelength inside glass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propagation leg in a medium ran at the wrong Fresnel number by 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every kernel takes λ/n of the leg's medium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tPropMedium (3): z in n ≡ z/n in vacuum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groove period along the surface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 / 3.3 px rms spectral blur at 2500 nm (Offner / Dyson)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local grating vector is the un-normalised projection of the ruling direction (chord-ruled)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tGratingImmersed (4), test_grating_chord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grating path-length jump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waves rms of pupil OPD where the rays converged to 0.05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jump is the groove count from the vertex along the ruling direction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tGratingOpl (2)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5993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Flat gratings are unchanged by the last two.  A fifth item, a short AsphCoef= line killing the host process, now pads with zero and warns (tRxShortAsph).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Backup: conventions pinned on the way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Engine facts the chain depends on, stated once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ChfRayPos is where rays start and must lie before the first surface; at load the engine folds zSource in once, after which it is the physical source.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macos.stop aims immediately and its first pass is one step short on this deck (3.6 mrad): declare the stop first, then write the exact chief ray.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Return coincident with the focal plane drops the rays; use a Reference upstream.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An immersed grating carries its glass on its own element: the grating branch takes the exit index from the element as written.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ray_info_get returns the outgoing direction at the traced element.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Centre of curvature is the vertex plus |Kr| along psiElt; KrElt is stored as −|R|.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7462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Reference document: optical_design/SPECTROMETER_DESIGN_REFERENCE.md (forms, conditions, metrics, references).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