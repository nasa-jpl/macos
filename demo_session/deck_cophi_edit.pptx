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COPHI as the Fifth DM Gauge Bench Sensor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Feng Zhao's heterodyne camera interferometer, scored on the same bench, the same 30 nm surface and the same rows as the interferometer, the Zernike sensors and the pinhole — and a faster alternative using lock-in detectors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D. C. Redding, with Claude Code (TO: the bench stages).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October 2026.  Working record.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DRAFT — pending review.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Feng's proposal (COPHI_for_DM_gauge.pptx, 2026-05-19): a single-frequency laser split to two AOMs at 80 MHz and 80 MHz + 7.5 Hz on a Rb standard, a fiber LO combined before a 30 fps camera imaging the DM, four frames per beat, the four-frame phase.  Purpose: to hold each DM in a local loop against drift, to &lt;&lt; 10 pm.  What does that read on our bench, and what does it cost?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Feng's proposal, in one slide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heterodyne interferometer whose phase steps are set by frequency, not by a piezo, with a fiber-fed local oscillator at the camera, and an array detector providing many parallel channels to resolve 96 × 96 actuators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Layout:</a:t>
            </a:r>
            <a:r>
              <a:rPr sz="1200" b="0">
                <a:solidFill>
                  <a:srgbClr val="282828"/>
                </a:solidFill>
                <a:latin typeface="Arial"/>
              </a:rPr>
              <a:t> laser → 1×2 coupler → AOM-1 (80 MHz) and AOM-2 (80 MHz + 7.5 Hz), both synthesizers on a 10 MHz Rb standard; the measurement beam to the DM, the LO fiber to a splitter before the camera; the ×4 multipliers mixed to a 30 Hz camera trigger: four frames per 7.5 Hz fringe cycle – see next slide.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Algorithm:</a:t>
            </a:r>
            <a:r>
              <a:rPr sz="1200" b="0">
                <a:solidFill>
                  <a:srgbClr val="282828"/>
                </a:solidFill>
                <a:latin typeface="Arial"/>
              </a:rPr>
              <a:t> I = I₀ (1 + γ cos(φ + 2π f t)); frames at α = 0, π/2, π, 3π/2; φ = atan2(I₄ − I₂, I₁ − I₃); surface = ½ (φ/2π) λ (double pass).  Backup: the N-frame least-squares solution (Zygo's four-step is N = 4).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Main purpose: stabilize the DM!</a:t>
            </a:r>
            <a:r>
              <a:rPr sz="1200" b="0">
                <a:solidFill>
                  <a:srgbClr val="282828"/>
                </a:solidFill>
                <a:latin typeface="Arial"/>
              </a:rPr>
              <a:t>  Run each DM in a local loop to hold it — our job 3.  For us to figure out: the camera, the photon budget, the error terms, estimated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Built on our DM Gauge bench:</a:t>
            </a:r>
            <a:r>
              <a:rPr sz="1200" b="0">
                <a:solidFill>
                  <a:srgbClr val="282828"/>
                </a:solidFill>
                <a:latin typeface="Arial"/>
              </a:rPr>
              <a:t> the bench with mirror and lens layouts, the 96 × 96 DM, swappable sensors: the core Twyman-Green interferometer (IFO), scalar and vector Zernike wavefront sensors (ZWFS), point-diffraction interferometers.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same scoring:</a:t>
            </a:r>
            <a:r>
              <a:rPr sz="1200" b="0">
                <a:solidFill>
                  <a:srgbClr val="282828"/>
                </a:solidFill>
                <a:latin typeface="Arial"/>
              </a:rPr>
              <a:t> on a 30 nm working surface, the response matrix measured through the reading, the hold loop, the capture ladder, the photon rows.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What is new:</a:t>
            </a:r>
            <a:r>
              <a:rPr sz="1200" b="0">
                <a:solidFill>
                  <a:srgbClr val="282828"/>
                </a:solidFill>
                <a:latin typeface="Arial"/>
              </a:rPr>
              <a:t> the Local Oscillator (LO) arm (a fiber tip and collimator where the reference flat sat); frequency-set steps; each frame integrating a quarter of the beat; the LO's wavefront drift; the differential fiber phase within a scan; trigger jitter; a camera chosen for the job.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What is absent:</a:t>
            </a:r>
            <a:r>
              <a:rPr sz="1200" b="0">
                <a:solidFill>
                  <a:srgbClr val="282828"/>
                </a:solidFill>
                <a:latin typeface="Arial"/>
              </a:rPr>
              <a:t> the polarizing train — no analyzer, no quarter-wave plates, the same polarization in both arms — so the polarization gain the IFO carries (0.983–1.004) does not exist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074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Feng's slide 8 is the implementation example this deck's block diagrams follow; TOM3 (SPIE 6268) is the photodiode heritage.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COPHI on the DM Gauge bench: the four-step run continuously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record interferometer's piezo four-step with the steps set by a Rb-clocked beat, a quarter-cycle integrating bucket per frame, and a fiber LO; the reconstruction is the same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block_singl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1225296"/>
            <a:ext cx="10552176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115568"/>
            <a:ext cx="11475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Feng's four-frame method, one-color version, for the hold job.</a:t>
            </a:r>
            <a:r>
              <a:rPr sz="1500" b="0">
                <a:solidFill>
                  <a:srgbClr val="282828"/>
                </a:solidFill>
                <a:latin typeface="Arial"/>
              </a:rPr>
              <a:t>  Every box is a component of the TG96 DM Gauge bench.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35331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Blue = RF / timing · Red = PM fiber · Green = free-space beam · Gray =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make_cophi_block_fig.py; the camera rows name the surveyed parts; the lock-in alternative has its own diagram (slide 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Our implementation of Feng's approach: the choices, in one table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Feng's layout kept where he specified it, each unspecified part fixed by a bench number; the lock-in camera (next slide) changes the camera, the beat and the trigger chain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4497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828"/>
                <a:gridCol w="1533107"/>
                <a:gridCol w="6094103"/>
                <a:gridCol w="2069695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part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Feng's proposal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our implementation (what the model runs)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laser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single-frequency, λ unstated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632.8 nm, the record bench's; a 1.3 µm row for InGaAs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other four gauges' surface, matrix and photon rows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RF and timing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AOMs 80 MHz / 80 MHz + 7.5 Hz, 10 MHz Rb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as proposed; camera trigger on the same reference, 30 fps = 4 × 7.5 Hz; jitter a knob, nominal 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frequency-set steps on one clock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buckets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four frames per beat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each frame integrates a quarter cycle: contrast × 0.900; N &gt; 4 = the least-squares backup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four-step, with the bucket priced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local oscillator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fiber LO before the camera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PM fiber tip + collimator at the reference flat's seat (slide 9); LO/test ~1, contrast 0.98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seat registers on both rigs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beam train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polarization, plain splitter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plain splitter scored; the polarizing train priced beside it (same pm, ×1.5 laser)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 analyzer: no polarization gain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camera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30 fps array, part unstated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four surveyed rows, read noise in each: baseline 1k² 60 ke⁻ 30 fps; Photonfocus 200 ke⁻ 150 fps (the "Feng's camera" row); pco.edge GS; C-RED 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well × frame rate decides (slide 14)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exposure, resolution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96 × 96 resolved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frame mean at half the well; model 3.3 px per actuator, real cameras 5–21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oversampling costs no photons (slide 11)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reconstruction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atan2 four-step; surface = φλ/4π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same about the bucket centers; LO-only annulus median-filled; unknowns = control set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record's estimator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errors, hold, capture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"stabilize the DM"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fiber walk, jitter, LO drift, shot + read noise, the record's drifts (slide 15); the record's loop at the camera's cadence; two colors from cold (slides 16–17)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other gauges' loop and ladder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94245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Sheet cophi_params.m (every row is a field there); records in the footnotes of the slides cited; detector rows from NOTE_detectors_survey.md (web, unverified).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lock-in camera: COPHI's algorithm built into the sensor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Feng's camera takes four frames per beat and the computer demodulates; a lock-in camera demodulates in every pixel at a kHz beat and reads the whole lattice in a second — same optics, same RF chain; its rows run through every table that follows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Ruling:</a:t>
            </a:r>
            <a:r>
              <a:rPr sz="1400" b="0">
                <a:solidFill>
                  <a:srgbClr val="282828"/>
                </a:solidFill>
                <a:latin typeface="Arial"/>
              </a:rPr>
              <a:t> every mode we care about (EFC probes included) runs at full actuator resolution — so the second implementation is a per-pixel demodulating reading at ≥ 1 element per actuator, assumed to exist.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Lock-in</a:t>
            </a:r>
            <a:r>
              <a:rPr sz="1400" b="0">
                <a:solidFill>
                  <a:srgbClr val="282828"/>
                </a:solidFill>
                <a:latin typeface="Arial"/>
              </a:rPr>
              <a:t> = synchronous detection inside each pixel:</a:t>
            </a:r>
          </a:p>
          <a:p>
            <a:pPr marL="594360" indent="-137160">
              <a:spcAft>
                <a:spcPts val="50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–  the photocurrent is multiplied by the beat reference and by its 90°-shifted copy, and integrated</a:t>
            </a:r>
          </a:p>
          <a:p>
            <a:pPr marL="594360" indent="-137160">
              <a:spcAft>
                <a:spcPts val="50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–  the stores are I = I₀γ cos φ (in-phase) and Q = I₀γ sin φ (quadrature) — not intensities; φ = atan2(Q, I)</a:t>
            </a:r>
          </a:p>
          <a:p>
            <a:pPr marL="594360" indent="-137160">
              <a:spcAft>
                <a:spcPts val="50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–  the DC term never reaches the well; I and Q leave at the frame rate</a:t>
            </a:r>
          </a:p>
          <a:p>
            <a:pPr marL="0" indent="0"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Heliotis heliCam C4 / C4M (vendor data, 2026-10-28):</a:t>
            </a:r>
            <a:r>
              <a:rPr sz="1400" b="0">
                <a:solidFill>
                  <a:srgbClr val="282828"/>
                </a:solidFill>
                <a:latin typeface="Arial"/>
              </a:rPr>
              <a:t> 542 × 512 (1024 × 1102) px of 24 µm (12), 305 Hz–134 kHz, 500 ke⁻ per internal image, 2 × 10-bit X/Y at 460 e⁻ per count, quarter-period trigger, QE 73 % at 633 nm, 4960 frames/s; ~USD 22k / 27.5k, 4 weeks.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Vendor answers (Heliotis, 2026-10-28: datasheets, manual, noise calculator):</a:t>
            </a:r>
            <a:r>
              <a:rPr sz="1400" b="0">
                <a:solidFill>
                  <a:srgbClr val="282828"/>
                </a:solidFill>
                <a:latin typeface="Arial"/>
              </a:rPr>
              <a:t> the well is per internal image; at AC/DC ≈ 1 the X/Y output's full scale (±512 × 460 e⁻ = 236 ke⁻ per frame) binds first; read 489 e⁻ per frame; frames averaged on the FPGA, ~20 images/s over GigE.  </a:t>
            </a:r>
            <a:r>
              <a:rPr sz="1400" b="1">
                <a:solidFill>
                  <a:srgbClr val="282828"/>
                </a:solidFill>
                <a:latin typeface="Arial"/>
              </a:rPr>
              <a:t>Assumed (asked, unanswered):</a:t>
            </a:r>
            <a:r>
              <a:rPr sz="1400" b="0">
                <a:solidFill>
                  <a:srgbClr val="282828"/>
                </a:solidFill>
                <a:latin typeface="Arial"/>
              </a:rPr>
              <a:t> a fixed output gain, and averaging at the sensor's 4960 frames/s — if the GigE 20/s bound it, every lock-in time here is 248× longer.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8" cy="304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778"/>
                <a:gridCol w="908933"/>
                <a:gridCol w="3225247"/>
              </a:tblGrid>
              <a:tr h="6057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the two implementations, same optics and RF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Feng's camera (Photonfocus row)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lock-in camera (heliCam C4, as surveyed)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beat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7.5 Hz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 kHz (305 Hz–134 kHz)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what leaves the sensor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 frames per beat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I/Q per pixel, one frame per beat period (4960/s), averaged on the camera to ~20 images/s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pixels per actuator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5.3 (C4M 10.6)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per-reading noise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39.5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61.8 / ~65 pm per 0.2 ms frame, mirror / lens (read 489 e⁻ in the row)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seconds per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0.77 / ~0.86 (mirror / lens; the output's full scale at 4960 frames/s; ×1.23 in time for two-tap demodulation)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loop latency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one beat, 133 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one averaged image, ~50 ms (one 0.125 s cycle as the loop's upper bound)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44851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lock-in is ~55× the Photonfocus and ~500× Feng's baseline</a:t>
            </a:r>
            <a:r>
              <a:rPr sz="1200" b="0">
                <a:solidFill>
                  <a:srgbClr val="282828"/>
                </a:solidFill>
                <a:latin typeface="Arial"/>
              </a:rPr>
              <a:t> (seconds per pm 42 / 0.77 and 385 / 0.77).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bound is the output's full scale, not the well: 1.2 × 10⁹ e⁻/s per pixel, read noise equal to shot noise at full scale; an adjustable output gain (asked) would buy up to 2×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format (runs/format_lens_plain); the lock-in rows runs/c4_noise_oap (lens-rig values scaled from the mirror record while that run completes); NOTE_lockin_arrays_survey.md (web survey; the heliCam row verified by its vendor).  Also ranked there: 128² CMOS at 20–40 kfps, time-of-flight demodulators, digital-pixel ROICs, coherent photonic arrays.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How the lock-in detector works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pixel sorts its photoelectrons into two storage nodes by a square-wave reference at the beat frequency; the node difference IS the lock-in product, formed before any readout — Feng's four-step inside the pixel, integrated over thousands of cycles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li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1188720"/>
            <a:ext cx="11905488" cy="4599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788152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reference:</a:t>
            </a:r>
            <a:r>
              <a:rPr sz="1200" b="0">
                <a:solidFill>
                  <a:srgbClr val="282828"/>
                </a:solidFill>
                <a:latin typeface="Arial"/>
              </a:rPr>
              <a:t> a 20 kHz square wave (0–5 V; four pulses per beat period f_b = |f₁ − f₂| = 5 kHz; the camera's DivideBy4 input gates the pixels directly, delay stable for hours — vendor), locked to the AOMs through the Rb clock — one clock; software does only atan2(Q, I).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ADC is on chip:</a:t>
            </a:r>
            <a:r>
              <a:rPr sz="1200" b="0">
                <a:solidFill>
                  <a:srgbClr val="282828"/>
                </a:solidFill>
                <a:latin typeface="Arial"/>
              </a:rPr>
              <a:t> readouts are digital I and Q.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5788152"/>
            <a:ext cx="5733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Against a frame camera:</a:t>
            </a:r>
            <a:r>
              <a:rPr sz="1200" b="0">
                <a:solidFill>
                  <a:srgbClr val="282828"/>
                </a:solidFill>
                <a:latin typeface="Arial"/>
              </a:rPr>
              <a:t> N cycles per sample, not 1 sample per quarter cycle.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one beat period per 0.2 ms frame, the frame's I/Q at the output's full scale: 1.2 × 10⁹ e⁻/s per pixel usable vs the Photonfocus's 3 × 10⁷ (200 ke × 150 fps); that 40× in photons is most of 42 → 0.77 s per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601968"/>
            <a:ext cx="7452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make_cophi_lid_fig.py; the pixel is CSEM's demodulation pixel (Lange &amp; Seitz 2001), the heliCam's "dual-phase lock-in".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COPHI with a lock-in camera: the block diagram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Same laser, fibers, LO and bench; the beat moves to 5 kHz and its quarter-period trigger goes to the camera's reference input; no bucket; I/Q frames, averaged on the camera, go straight to the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block_locki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57400" y="1499616"/>
            <a:ext cx="9948672" cy="5010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11556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What changes from slide 3:</a:t>
            </a:r>
            <a:r>
              <a:rPr sz="1500" b="0">
                <a:solidFill>
                  <a:srgbClr val="282828"/>
                </a:solidFill>
                <a:latin typeface="Arial"/>
              </a:rPr>
              <a:t> synthesizer 2 at 80 MHz + 5 kHz; the 20 kHz trigger to the pixels' gates; the camera is one pixel's chain (slide 6), frames averaged on its FPGA; atan2(Q, I) per image.  Fiber, LO, loop unchanged.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57400"/>
            <a:ext cx="5715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Blue = RF / timing · Red = PM fiber · Green = free-space beam · Gray =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1052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make_cophi_block_fig.py (lock-in variant); the pixel chain's inputs and outputs are slide 6's.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reading's algebra, pinned before the bench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What the camera records, how the phase and the surface come out, and what the gate measured: the quarter-cycle integration costs 10 % of contrast, a step error is not cured by more frames, read noise is in the photon law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eq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152144"/>
            <a:ext cx="11585448" cy="3648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029200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Integrating bucket (1)–(2):</a:t>
            </a:r>
            <a:r>
              <a:rPr sz="1200" b="0">
                <a:solidFill>
                  <a:srgbClr val="282828"/>
                </a:solidFill>
                <a:latin typeface="Arial"/>
              </a:rPr>
              <a:t> a frame cannot sample the beat at an instant; it integrates while the LO phase advances a quarter cycle.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phase is kept (referred to the bucket center ᾱ_k); the amplitude shrinks by sinc(π/4) = </a:t>
            </a:r>
            <a:r>
              <a:rPr sz="1050" b="1">
                <a:solidFill>
                  <a:srgbClr val="6E6E6E"/>
                </a:solidFill>
                <a:latin typeface="Arial"/>
              </a:rPr>
              <a:t>0.900</a:t>
            </a:r>
            <a:r>
              <a:rPr sz="1050" b="0">
                <a:solidFill>
                  <a:srgbClr val="6E6E6E"/>
                </a:solidFill>
                <a:latin typeface="Arial"/>
              </a:rPr>
              <a:t>; nothing else changes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Phase (3):</a:t>
            </a:r>
            <a:r>
              <a:rPr sz="1200" b="0">
                <a:solidFill>
                  <a:srgbClr val="282828"/>
                </a:solidFill>
                <a:latin typeface="Arial"/>
              </a:rPr>
              <a:t> a least-squares fit of the N frames to a + b cos ᾱ_k + c sin ᾱ_k.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for N = 4 it is Feng's atan2 exactly (his sign is for cos(φ + 2πft))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Step error (5):</a:t>
            </a:r>
            <a:r>
              <a:rPr sz="1200" b="0">
                <a:solidFill>
                  <a:srgbClr val="282828"/>
                </a:solidFill>
                <a:latin typeface="Arial"/>
              </a:rPr>
              <a:t> steps of D(1 + ε) instead of D give a phase error (ε/2) sin 2φ — a ripple at twice the fringe frequency (Schwider 1983, Creath 1988).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more buckets do not cure it: an 8-bucket fit with the same step error is 1.43× worse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knowing the steps does: the fit at the true ᾱ_k is exact, and a Rb-clocked scan knows them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Photons (6):</a:t>
            </a:r>
            <a:r>
              <a:rPr sz="1200" b="0">
                <a:solidFill>
                  <a:srgbClr val="282828"/>
                </a:solidFill>
                <a:latin typeface="Arial"/>
              </a:rPr>
              <a:t> shot noise ∝ 1/√I₀ (measured slope −0.500 ± 0.02 over two decades); read noise adds in quadrature.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a fiber walk or trigger jitter within a scan passes through at 0.13 of its size, with 4 or 8 buckets alike — no algorithmic 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730224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Gate tCophi (8 tests) pins each line; dm_gauge_lib/dmg_cophi_*; TeX source deck_cophi_equations.tex.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LO on the DM Gauge bench replaces the IFO's reference flat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fiber tip and collimator, its powered face at the reference flat's seat, on both rigs; it registers to a pixel and the flat-DM null is sub-nanometer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layout_l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5806440" cy="1906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222834"/>
            <a:ext cx="580644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Lens rig from above: source arm red (fiber tip at left, collimator L1); LO leg purple, from its fiber tip (right) through the LO collimator at the reference flat's seat to the beamsplitter; test arm to the DM blue; camera leg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1871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Registration:</a:t>
            </a:r>
            <a:r>
              <a:rPr sz="1200" b="0">
                <a:solidFill>
                  <a:srgbClr val="282828"/>
                </a:solidFill>
                <a:latin typeface="Arial"/>
              </a:rPr>
              <a:t> chief ray 0.000 px on both rigs; the LO overfills the test pupil by 34 px (radius ratio 1.215).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Null on the flat DM:</a:t>
            </a:r>
            <a:r>
              <a:rPr sz="1200" b="0">
                <a:solidFill>
                  <a:srgbClr val="282828"/>
                </a:solidFill>
                <a:latin typeface="Arial"/>
              </a:rPr>
              <a:t> lens rig 0.000 nm; mirror rig 0.746 nm rms, mostly tilt.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LO collimator's own wavefront, frozen into the null as the IFO freezes its reference; its motion is the LO-drift row (slide 15)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Contrast:</a:t>
            </a:r>
            <a:r>
              <a:rPr sz="1200" b="0">
                <a:solidFill>
                  <a:srgbClr val="282828"/>
                </a:solidFill>
                <a:latin typeface="Arial"/>
              </a:rPr>
              <a:t> 0.982 at LO/test power 1.47, as 2√r/(1 + r) says.</a:t>
            </a:r>
          </a:p>
        </p:txBody>
      </p:sp>
      <p:pic>
        <p:nvPicPr>
          <p:cNvPr id="7" name="Picture 6" descr="cophi_layout_o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353" y="1298448"/>
            <a:ext cx="4591853" cy="2183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3500628"/>
            <a:ext cx="539496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Mirror rig from above: source arm red; LO leg purple, from its fiber tip (right) through the LO collimator at the reference flat's seat to the beamsplitter; test arm to the DM blue; camera leg green (OAP1 collimates, OAP2 focuses)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965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Two findings for any traced LO: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tail places the detector field by ray index, not camera position (null 681 nm by index, 0.45 nm by position) — the LO is placed by position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plain mirror train had kept a source trim solved with the polarizer plate: OAP1 fed off focus (84 nm defocus) — now trimmed to zero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Two trains priced:</a:t>
            </a:r>
            <a:r>
              <a:rPr sz="1200" b="0">
                <a:solidFill>
                  <a:srgbClr val="282828"/>
                </a:solidFill>
                <a:latin typeface="Arial"/>
              </a:rPr>
              <a:t> the polarizing train and Feng's plain splitter read the same picometers (the camera is well-bound); the polarizing train costs light only (throughput 0.271 vs 0.408, ×1.5 laser).  The plain splitter is scored.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bench (runs/bench_{lens,oap}; the layouts = bench_{lens,oap}_vlayout.png, the engine's own renders), gate tCophiBench 9/9 (registration, poke 1.001 converged, LO tilt, no-fringe refused by name, dark camera refused).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Reading the 30 nm working surface, station by station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mirror command through the heterodyne train on the mirror rig, plain splitter; the last column is the raw map against the engine's own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stations_o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571" y="1298448"/>
            <a:ext cx="9604553" cy="2897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14367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COPHI, mirror rig: the command; the test arm and the LO at the camera; two of the four buckets; the recovered surface, 31.9 nm rms; recovered minus the engine's field, 0.31 pm rms; the flat DM reads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64515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Resolution shown:</a:t>
            </a:r>
            <a:r>
              <a:rPr sz="1500" b="0">
                <a:solidFill>
                  <a:srgbClr val="282828"/>
                </a:solidFill>
                <a:latin typeface="Arial"/>
              </a:rPr>
              <a:t> camera grid 1024 × 1024, pupil 315 px across — </a:t>
            </a:r>
            <a:r>
              <a:rPr sz="1500" b="1">
                <a:solidFill>
                  <a:srgbClr val="282828"/>
                </a:solidFill>
                <a:latin typeface="Arial"/>
              </a:rPr>
              <a:t>3.3 pixels per actuator across, ~11 per actuator in area</a:t>
            </a:r>
            <a:r>
              <a:rPr sz="1500" b="0">
                <a:solidFill>
                  <a:srgbClr val="282828"/>
                </a:solidFill>
                <a:latin typeface="Arial"/>
              </a:rPr>
              <a:t> (6948 lit actuators on ~77,900 pupil pixels).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every real camera on the table samples finer (5–21 px per actuator, slide 11); what resolution buys and costs is slide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659373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figs (runs/figs_oap_plain), noise-free; the deck's station-figure format (row 1 flat DM, row 2 the working surface).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Resolution and timing, camera by camera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model samples the pupil at 3.3 pixels per actuator; every camera on the table oversamples the 96 × 96 lattice, so resolution costs no photons — the time to a picometer is well depth × frame rate, not pixel 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4" cy="3937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772"/>
                <a:gridCol w="1817116"/>
                <a:gridCol w="2398268"/>
                <a:gridCol w="1645270"/>
                <a:gridCol w="3326308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sensor / camera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pixels across the pupil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pixels per actuator (96 across)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pm per reading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seconds per pm (SNR 1 at 1 pm)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model's grid (both rigs, 1024 grid; the station figure)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COPHI, Feng's camera, 1k², 60 ke, 30 fps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~900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9.4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57.7 / 53.7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443 / 385 (≈ 7 min)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COPHI, Photonfocus 1024², 200 ke, 150 fps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~900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39.5 / 36.5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42 / 36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COPHI, pco.edge 5.5 in GS mode, 2560 × 2160, 30 ke, 50 fps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~2000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40.2 / 38.3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129 / 117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 at 1.3 µm, C-RED 2, 640 × 512 (placeholder at 632.8 nm)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~480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19.6 / 18.7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 (the 1.3 µm stage)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COPHI, lock-in camera, heliCam C4, 542 × 512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5.3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~65 (lens run pending) / 61.8 per 0.2 ms frame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~0.86 (lens run pending) / 0.77 (the output's full scale at 4960 frames/s; ×1.11 square-wave)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COPHI, lock-in camera, heliCam C4M, 1024 × 1102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~1000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(C4 pixel assumed)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about the same: 4× the pixels per actuator at 1390 frames/s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38238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Resolution is free down to ~1.5 pixels per actuator:</a:t>
            </a:r>
            <a:r>
              <a:rPr sz="1500" b="0">
                <a:solidFill>
                  <a:srgbClr val="282828"/>
                </a:solidFill>
                <a:latin typeface="Arial"/>
              </a:rPr>
              <a:t> a camera's photons per second are pixels × well × rate over the pupil; binning finer pixels onto the lattice changes only the read noise per sample.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measured (slide 20): 1 px per actuator fails the single-actuator row, 1.5–2 px holds at 1.6–2× the time, 3.3 and 4 are the same — 5 px per actuator is the floor on this table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nothing coarser is modeled (ruling: every mode of interest is commanded at full actuator resolution)</a:t>
            </a:r>
          </a:p>
          <a:p>
            <a:pPr marL="0" indent="0"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Cameras were put on the model grid by binning</a:t>
            </a:r>
            <a:r>
              <a:rPr sz="1500" b="0">
                <a:solidFill>
                  <a:srgbClr val="282828"/>
                </a:solidFill>
                <a:latin typeface="Arial"/>
              </a:rPr>
              <a:t> (well × k², read × k): the pm-per-reading rows are the full camera's photons at the model's sampling.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noise and format; the pupil in pixels is the camera's short side filled by the pupil image (the tail's magnification is set for it); the model's 315 px = 157.45 px radius (stage bench).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How much resolution? IFO, vector ZWFS, HET — the sweep's records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Camera pixels per actuator swept at 1 / 1.5 / 2 / 3.3 / 4 for all six readings, the matrix measured through the resampled reading: 1 px fails the single-actuator row, 1.5–2 px cost 1.6–2× the time, above 3.3 nothing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ressweep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478" y="1298448"/>
            <a:ext cx="6678737" cy="2897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14368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Left: noise-only hold at each sensor's own loop cycle; right: averaging time to 1 pm per actuator — both vs camera pixels per actuator pitch, one line per reading; shaded = the single-actuator row fails; hollow = the ZWFS on a point-sampled grid, not camera pixels.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645152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1 px per actuator fails every reading the same way:</a:t>
            </a:r>
            <a:r>
              <a:rPr sz="1200" b="0">
                <a:solidFill>
                  <a:srgbClr val="282828"/>
                </a:solidFill>
                <a:latin typeface="Arial"/>
              </a:rPr>
              <a:t> single-actuator floor 13–32 pm (from 1.2–2.6), converged gain off 0.4–0.5 %; the "wrong actuator" never happens — the fit degrades, it does not swap.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1.5–2 px holds but pays in time:</a:t>
            </a:r>
            <a:r>
              <a:rPr sz="1200" b="0">
                <a:solidFill>
                  <a:srgbClr val="282828"/>
                </a:solidFill>
                <a:latin typeface="Arial"/>
              </a:rPr>
              <a:t> HET 69–74 s per pm against 36 at 3.3 (Photonfocus); IFO 266–302 against 161; vector ZWFS 1040–1150 against 639 — 1.6–2×, because a coarser pixel INTEGRATES the fringe (the point-sampled ZWFS at 1.65, hollow, costs nothing).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6451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Above 3.3 px nothing changes</a:t>
            </a:r>
            <a:r>
              <a:rPr sz="1200" b="0">
                <a:solidFill>
                  <a:srgbClr val="282828"/>
                </a:solidFill>
                <a:latin typeface="Arial"/>
              </a:rPr>
              <a:t> (4 = 3.3 to the digit); the records at 3.3 stand.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registration: a ±0.1-pitch shift after calibration costs gain 0.95 and a 16–18 pm floor at EVERY sampling ≥ 1.5 — the camera must stay registered to ~0.03 pitch, whatever the pixel count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lock-in's advantage survives the sweep:</a:t>
            </a:r>
            <a:r>
              <a:rPr sz="1200" b="0">
                <a:solidFill>
                  <a:srgbClr val="282828"/>
                </a:solidFill>
                <a:latin typeface="Arial"/>
              </a:rPr>
              <a:t> the sweep (run on the survey's row) costs the lock-in the same 1.6–1.9× at 2 / 1.5 px that it costs every reading; on the vendor's row that is 0.77 / 1.2 / 1.4 s per pm (scaled by the sweep's ratios) — 55× the Photonfocus at every sampling.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ressweep_run / ressweep_zrun / ressweep_figs (cophi_dm96/runs/ressweep_*, TO 2026-10-13); mechanism dmg_camres (frames box-integrated onto camera pixels, the matrix measured through them); gate tResolutionSweep 7/7.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Performance side by side: HET against the IFO on the same surface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HET = the heterodyne (COPHI) reading; IFO = the record's Twyman-Green polarization interferometer.  Same seed, surface and matrix: HET matches the IFO's floor, halves its mirror-rig random-surface error, and is exact where the IFO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11368734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461"/>
                <a:gridCol w="2682278"/>
                <a:gridCol w="2325624"/>
                <a:gridCol w="3295371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reading, rig (estimator)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 nm on one actuator: gain / floor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 nm on the grid: gain / floor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dense random 10 nm: gain / error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HET (COPHI), lens (one-step)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0.9947 / 2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0.9964 / 2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0.9967 / 180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IFO (Twyman-Green), lens (one-step)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1.0001 / 1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1.0046 / 2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1.0053 / 179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HET, mirror (one-step)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0.9941 / 1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0.9949 / 1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0.9950 / 118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IFO, mirror (one-step)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0.9832 / 2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0.9838 / 2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0.9844 / 223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HET, lens (converged)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1.0022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1.0024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HET, mirror (converged)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IFO, lens (converged)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1.0106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1.0112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IFO, mirror (converged)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0.9887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0.9892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0.9896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HET, lock-in camera (record, noise-free)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converged 1.0000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1.0005 — the same reading, the same algebra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572000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The one-step rows sit 0.5 % low for HET on both rigs — the estimator, not the reading:</a:t>
            </a:r>
            <a:r>
              <a:rPr sz="1400" b="0">
                <a:solidFill>
                  <a:srgbClr val="282828"/>
                </a:solidFill>
                <a:latin typeface="Arial"/>
              </a:rPr>
              <a:t> the reading is exact (a 1.000 nm poke reads at slope 1.000000); the 0.5 % is the one-step Tikhonov shrinkage at the record's λ_m = 10⁻³ (1.0007 at 10⁻⁵) — the "matrix bias" every gauge carries, now a number.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2828"/>
                </a:solidFill>
                <a:latin typeface="Arial"/>
              </a:rPr>
              <a:t>•  </a:t>
            </a:r>
            <a:r>
              <a:rPr sz="1400" b="1">
                <a:solidFill>
                  <a:srgbClr val="282828"/>
                </a:solidFill>
                <a:latin typeface="Arial"/>
              </a:rPr>
              <a:t>Driven to convergence (the servo use), HET reads exactly on the mirror rig, and the IFO shows its polarization gain in the open:</a:t>
            </a:r>
            <a:r>
              <a:rPr sz="1400" b="0">
                <a:solidFill>
                  <a:srgbClr val="282828"/>
                </a:solidFill>
                <a:latin typeface="Arial"/>
              </a:rPr>
              <a:t> IFO/HET = 1.006–1.009 (lens rig), 0.989 (mirror rig); the IFO's lens-rig "1.000" was polarization gain cancelling the shrinkage.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battery (runs/battery_{lens,oap}, the IFO column = redo96_&lt;optics&gt;ph: tail md5, lit 6948, seed 7, the 64-state matrix on the surface); the gain probe (runs/gainprobe_lens); the converged estimator (dm_gauge_lib/dmg_converge, gate tConvergedEst 4/4; runs/conv_H_, tg_psi_dm96_oap/runs/conv_I_; H and I are the reading-class letters in the records); the one-step rows reproduce the record to the digit.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Photons for 1 pm, camera by camera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heterodyne read is photon-limited at full well: pixels × well × frame rate decides; Feng's baseline camera is seven minutes per picometer, the deepest-well 1k global-shutter part is 40 seconds, the lock-in under a second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5806437" cy="4131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305"/>
                <a:gridCol w="1316705"/>
                <a:gridCol w="669902"/>
                <a:gridCol w="531302"/>
                <a:gridCol w="900903"/>
                <a:gridCol w="1163320"/>
              </a:tblGrid>
              <a:tr h="8458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camera (survey, to verify)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 noise r, e⁻ (σ penalty √((I₀ + r²)/I₀) at half well)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pm per reading, lens / mirror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SNR at 1 pm per reading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seconds to SNR 1 at 1 pm, lens / mirror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 SNR 10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as proposed: 1k², 60 ke, 30 fps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 assumed (1.000)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57.7 / 53.7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0.017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443 / 385 (≈ 7 min)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 / 11 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Photonfocus MV1-D1024E, 200 ke, 150 fps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220 (1.22)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39.5 / 36.5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0.025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42 / 36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70 / 60 min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8458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pco.edge 5.5, true global-shutter mode, 30 ke, 50 fps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2.2 (1.000)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40.2 / 38.3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0.025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129 / 117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3.6 / 3.3 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C-RED 2 (InGaAs), at 632.8 nm as a placeholder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30 assumed (1.001)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19.6 / 18.7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0.051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 (the 1.3 µm stage)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lock-in camera, heliCam C4 (vendor data)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489 (1.41)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~65 / 61.8 per frame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0.016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~0.86 / 0.77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~1.4 / 1.3 min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576697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metric:</a:t>
            </a:r>
            <a:r>
              <a:rPr sz="1200" b="0">
                <a:solidFill>
                  <a:srgbClr val="282828"/>
                </a:solidFill>
                <a:latin typeface="Arial"/>
              </a:rPr>
              <a:t> the piston-free robust floor over the unpoked actuators (1.48 MAD, median of 12 draws).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raw single-actuator noise is mostly a common piston (165 vs 76 pm) — unobservable and inert on a DM; the composite deck puts every gauge on this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2984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282828"/>
                </a:solidFill>
                <a:latin typeface="Arial"/>
              </a:rPr>
              <a:t>•  </a:t>
            </a:r>
            <a:r>
              <a:rPr sz="1150" b="1">
                <a:solidFill>
                  <a:srgbClr val="282828"/>
                </a:solidFill>
                <a:latin typeface="Arial"/>
              </a:rPr>
              <a:t>Read noise is in every row</a:t>
            </a:r>
            <a:r>
              <a:rPr sz="1150" b="0">
                <a:solidFill>
                  <a:srgbClr val="282828"/>
                </a:solidFill>
                <a:latin typeface="Arial"/>
              </a:rPr>
              <a:t> (σ_φ² ∝ I₀ + r²): the Photonfocus's 220 e⁻ costs 22 % in σ at half well and it still wins on well × rate.</a:t>
            </a:r>
          </a:p>
          <a:p>
            <a:pPr marL="594360" indent="-137160">
              <a:spcAft>
                <a:spcPts val="50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–  the baseline's and the C-RED's read noise are assumed (not in Feng's deck; the survey's value unconfirmed)</a:t>
            </a:r>
          </a:p>
          <a:p>
            <a:pPr marL="0" indent="0">
              <a:spcAft>
                <a:spcPts val="600"/>
              </a:spcAft>
            </a:pPr>
            <a:r>
              <a:rPr sz="1150" b="0">
                <a:solidFill>
                  <a:srgbClr val="282828"/>
                </a:solidFill>
                <a:latin typeface="Arial"/>
              </a:rPr>
              <a:t>•  </a:t>
            </a:r>
            <a:r>
              <a:rPr sz="1150" b="1">
                <a:solidFill>
                  <a:srgbClr val="282828"/>
                </a:solidFill>
                <a:latin typeface="Arial"/>
              </a:rPr>
              <a:t>SNR at the 1 pm target:</a:t>
            </a:r>
            <a:r>
              <a:rPr sz="1150" b="0">
                <a:solidFill>
                  <a:srgbClr val="282828"/>
                </a:solidFill>
                <a:latin typeface="Arial"/>
              </a:rPr>
              <a:t> one reading gives SNR 0.02–0.05; SNR 1 takes (pm per reading)² readings — the seconds-per-pm column; SNR 10 takes 100× that.</a:t>
            </a:r>
          </a:p>
          <a:p>
            <a:pPr marL="594360" indent="-137160">
              <a:spcAft>
                <a:spcPts val="50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–  a hold loop never needs SNR 10 in one measurement: it integrates readings (next slide)</a:t>
            </a:r>
          </a:p>
          <a:p>
            <a:pPr marL="0" indent="0">
              <a:spcAft>
                <a:spcPts val="600"/>
              </a:spcAft>
            </a:pPr>
            <a:r>
              <a:rPr sz="1150" b="0">
                <a:solidFill>
                  <a:srgbClr val="282828"/>
                </a:solidFill>
                <a:latin typeface="Arial"/>
              </a:rPr>
              <a:t>•  </a:t>
            </a:r>
            <a:r>
              <a:rPr sz="1150" b="1">
                <a:solidFill>
                  <a:srgbClr val="282828"/>
                </a:solidFill>
                <a:latin typeface="Arial"/>
              </a:rPr>
              <a:t>Model and bench agree:</a:t>
            </a:r>
            <a:r>
              <a:rPr sz="1150" b="0">
                <a:solidFill>
                  <a:srgbClr val="282828"/>
                </a:solidFill>
                <a:latin typeface="Arial"/>
              </a:rPr>
              <a:t> the per-pixel noise on the bench equals the tCophi formula to 1.000 ± 0.002 on every camera, rig and train.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82828"/>
                </a:solidFill>
                <a:latin typeface="Arial"/>
              </a:rPr>
              <a:t>•  </a:t>
            </a:r>
            <a:r>
              <a:rPr sz="1150" b="1">
                <a:solidFill>
                  <a:srgbClr val="282828"/>
                </a:solidFill>
                <a:latin typeface="Arial"/>
              </a:rPr>
              <a:t>Rolling-shutter cameras are out:</a:t>
            </a:r>
            <a:r>
              <a:rPr sz="1150" b="0">
                <a:solidFill>
                  <a:srgbClr val="282828"/>
                </a:solidFill>
                <a:latin typeface="Arial"/>
              </a:rPr>
              <a:t> rows exposed in sequence see different beat phases — a phase ramp across the image.  Needed: true global shutter, hardware trigger from the Rb clock, full-frame streaming.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82828"/>
                </a:solidFill>
                <a:latin typeface="Arial"/>
              </a:rPr>
              <a:t>•  </a:t>
            </a:r>
            <a:r>
              <a:rPr sz="1150" b="1">
                <a:solidFill>
                  <a:srgbClr val="282828"/>
                </a:solidFill>
                <a:latin typeface="Arial"/>
              </a:rPr>
              <a:t>Why the camera, not the pixel count:</a:t>
            </a:r>
            <a:r>
              <a:rPr sz="1150" b="0">
                <a:solidFill>
                  <a:srgbClr val="282828"/>
                </a:solidFill>
                <a:latin typeface="Arial"/>
              </a:rPr>
              <a:t> a 1k camera oversamples the lattice ten to one; well depth × frame rate is the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3583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noise (runs/noise_{lens,oap}[_plain]; the lock-in row runs/c4_noise_oap: 236 ke⁻ per 0.2 ms frame at 4960 frames/s, ×1.23 in time for two-tap demodulation; its lens-rig values scaled from the mirror record while that run completes), 12 draws, cameras binned onto the model grid (well × k², read × k, frame mean at half well).  Mask convention from the lock-in runs on: the LO-only annulus (no test light) is filled with the fringe pixels' median, not zero — a zero there made any common phase a pupil-edge step the edge actuators fit; the bucket camera's electronics rows move ≤ 9 % under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Holding 3 pm: the servo at the camera's cadence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COPHI holds 3 pm against the record's drifts: Feng's baseline camera needs a 16 s cycle, the Photonfocus 1.6 s, the lock-in camera 25 ms (3.2 budget pm at 25 ms cycles, fiber term inert); the LO's pointing is the term the loop cannot see past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5806439" cy="468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8942"/>
                <a:gridCol w="3057497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drift (gain 0.5, 60 cycles, seed 77)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hold, pm rms, lens / mirror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noise only, baseline camera (120 readings per cycle, 16 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2.75 / 2.67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noise only, Photonfocus (60 readings, 1.6 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2.60 / 2.52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noise only, lock-in camera (620 frames per cycle, a cycle every 0.125 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1.43 budget (loop record pending) (converged pending); at 125 frames (25 ms cycles) 3.2 budget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random walk 2 pm per cycle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3.60 / 3.53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thermal ramp 5 pm per cycle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10.3 / 10.3 (the lag rate/gG — every gauge)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camera offset walk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2.85 / 2.77 (immune: zero-sum frames)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cycle of sensor latency (one beat; for the lock-in one whole 0.125 s cycle as the upper bound)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3.65 / 3.54 (+0.9 pm); lock-in pending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differential fiber walk at the budget / at 3× (baseline camera)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3.95 / 9.2 (mirror); Photonfocus 4.8 / 12.7; lock-in pending = its noise-only hold: a per-frame piston, inert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 drift, 0.1 nrad tilt + 1 pm defocus per cycle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29.6 / 29.4 (lock-in record pending: the LO is the same term in every form)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LO drift is not separable from DM drift:</a:t>
            </a:r>
            <a:r>
              <a:rPr sz="1200" b="0">
                <a:solidFill>
                  <a:srgbClr val="282828"/>
                </a:solidFill>
                <a:latin typeface="Arial"/>
              </a:rPr>
              <a:t> the matrix takes an LO tilt as a DM tilt one-for-one (1 nrad reads as a surface tilt of 1.008 × θ/2), and the loop drives the DM to follow it.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</a:t>
            </a:r>
            <a:r>
              <a:rPr sz="1050" b="1">
                <a:solidFill>
                  <a:srgbClr val="6E6E6E"/>
                </a:solidFill>
                <a:latin typeface="Arial"/>
              </a:rPr>
              <a:t>the LO pointing must hold ~10 prad per cycle (~10 pm of fiber-tip motion at the collimator's focal length), or be referenced</a:t>
            </a:r>
            <a:r>
              <a:rPr sz="1050" b="0">
                <a:solidFill>
                  <a:srgbClr val="6E6E6E"/>
                </a:solidFill>
                <a:latin typeface="Arial"/>
              </a:rPr>
              <a:t> — the requirement the plain-splitter layout adds, beside the fiber's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Fiber phase errors are not observable:</a:t>
            </a:r>
            <a:r>
              <a:rPr sz="1200" b="0">
                <a:solidFill>
                  <a:srgbClr val="282828"/>
                </a:solidFill>
                <a:latin typeface="Arial"/>
              </a:rPr>
              <a:t> the four-step cannot cancel a differential fiber-phase walk within its own four frames.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budget at the photon floor (mirror rig): </a:t>
            </a:r>
            <a:r>
              <a:rPr sz="1050" b="1">
                <a:solidFill>
                  <a:srgbClr val="6E6E6E"/>
                </a:solidFill>
                <a:latin typeface="Arial"/>
              </a:rPr>
              <a:t>3.9 × 10⁻³ rad per frame = 0.39 nm of differential OPD per 33 ms, ~12 nm/s, ~1.2 mK/s per meter of uncommon fiber</a:t>
            </a:r>
            <a:r>
              <a:rPr sz="1050" b="0">
                <a:solidFill>
                  <a:srgbClr val="6E6E6E"/>
                </a:solidFill>
                <a:latin typeface="Arial"/>
              </a:rPr>
              <a:t> — co-routed, thermally tied, or servoed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with the lock-in camera the walk is a per-frame piston: inert (record)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How the loop reaches 3 pm from 55 pm readings — two integrators: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estimator's regularization (λ_m) is a spatial low-pass over the matrix's small-singular-value directions, where photon and read noise live; it trades a 0.5 % gain for a lower floor (the converged estimator removes the bias but admits ×2.1 the white noise)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loop averages across cycles at gain g (steady state σ_n √(g/(2 − g)), plus M readings per cycle); in the loop the one-step and converged estimators agree to 0.1 pm on every row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Electronics, the rest:</a:t>
            </a:r>
            <a:r>
              <a:rPr sz="1200" b="0">
                <a:solidFill>
                  <a:srgbClr val="282828"/>
                </a:solidFill>
                <a:latin typeface="Arial"/>
              </a:rPr>
              <a:t> trigger jitter &lt; 2.8 × 10⁻³ rad, AOM drive ripple &lt; 1.8 × 10⁻³ — both easy with a Rb-locked DDS; latency one beat (133 ms at 7.5 Hz).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loop (runs/loop_{lens,oap}_plain, runs/loopfib_*), plain splitter, dmg_loop with the delay row; the mirror rig on the fixed feed (SRC_TRIM 0; every row within 0.02 pm of the mis-fed run, kept in runs/oap_plain_misfed); the fiber rows at the corrected budget (3.5 × 10⁻³ rad/frame as run; 3.9 × 10⁻³ under the median-fill convention); the noise stage's first fiber number was 2.3× low (a 12-draw Monte Carlo of three random numbers) and is replaced by the exact expectation.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Hold vs cycle time: what the fast cycle buys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At a fixed cycle time a sensor averages (cycle time ÷ seconds per pm) readings, so the hold floor is √(s_pm / T) × 0.577: the lock-in's 0.77 s per pm is 500× fewer than Feng's camera — 22× less noise at any cycle time; the loop records sit on the budget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hold_vs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05" y="1298448"/>
            <a:ext cx="8557685" cy="353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54447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Left: noise-only hold vs loop cycle time, every sensor on the table (budget lines; circles = the mirror-rig loop records).  Right: with the record's thermal ramp (0.31 pm/s), whose lag grows with the cycle — each sensor has an optimum cycle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85231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At 1.6 s cycles:</a:t>
            </a:r>
            <a:r>
              <a:rPr sz="1200" b="0">
                <a:solidFill>
                  <a:srgbClr val="282828"/>
                </a:solidFill>
                <a:latin typeface="Arial"/>
              </a:rPr>
              <a:t> Feng's camera 9.0 pm, Photonfocus 2.7, lock-in 0.40; IFO 5.8, vector ZWFS 10.4 (on their polarization cameras).  Records match the law to 8 %.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2852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Against a drift rate the cycle has an optimum</a:t>
            </a:r>
            <a:r>
              <a:rPr sz="1200" b="0">
                <a:solidFill>
                  <a:srgbClr val="282828"/>
                </a:solidFill>
                <a:latin typeface="Arial"/>
              </a:rPr>
              <a:t> (right): Feng's camera 6.0 pm at 5.5 s, Photonfocus 2.7 at 2.5 s, lock-in 0.75 at 0.7 s — the fast reading holds a drift under a picometer where the slow cameras cannot.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54496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cophi_hold_vs_cycle (runs/figs_hold_vs_cycle/); seconds per pm from the records (stages noise / format / c4_noise; camI_oap, camS_oap); the lag from stage loop's thermal row.  A budget, no new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Capture from a cold start: two colors frequency-multiplexed on one camera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second laser at λ₂, its own AOM pair at a second beat, WDM combiners into the same two fibers; all four synthesizers on one reference; the processing adds the synthetic-wavelength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block_multi.png"/>
          <p:cNvPicPr>
            <a:picLocks noChangeAspect="1"/>
          </p:cNvPicPr>
          <p:nvPr/>
        </p:nvPicPr>
        <p:blipFill>
          <a:blip r:embed="rId2"/>
          <a:srcRect l="730" r="4660" t="1510"/>
          <a:stretch>
            <a:fillRect/>
          </a:stretch>
        </p:blipFill>
        <p:spPr>
          <a:xfrm>
            <a:off x="3182112" y="1188720"/>
            <a:ext cx="9006840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11556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Two colors, one camera, one 8-frame set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beats 7.5 and 3.75 Hz = 4 and 8 frames per beat at the same 30 fps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each color demodulated at its own bucket centers from the same frames; no interference (THz apart)</a:t>
            </a:r>
          </a:p>
          <a:p>
            <a:pPr marL="594360" indent="-137160"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–  lock-in form: time-multiplexed, one color per 0.2 ms frame (slide 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0292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Blue = RF / timing · Red = PM fiber · Green = free-space beam · Gray =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make_cophi_block_fig.py; the sequential form — one tunable laser switched on alternate beats — uses the one-color hardware and half the cadence.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Capture from a cold start: the numbers, and the parts it adds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Zero wrong fringe orders on the whole capture ladder to 480 nm rms; a single color wraps from 40 nm; temporal unwrapping holds a running loop, not a cold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Two colors, one reading:</a:t>
            </a:r>
            <a:r>
              <a:rPr sz="1200" b="0">
                <a:solidFill>
                  <a:srgbClr val="282828"/>
                </a:solidFill>
                <a:latin typeface="Arial"/>
              </a:rPr>
              <a:t> 632.8 + 652.8 nm (synthetic Λ = 20.65 µm, range ±5.2 µm), each color read by its own buckets (crosstalk 4 × 10⁻¹⁶ rad).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</a:t>
            </a:r>
            <a:r>
              <a:rPr sz="1050" b="1">
                <a:solidFill>
                  <a:srgbClr val="6E6E6E"/>
                </a:solidFill>
                <a:latin typeface="Arial"/>
              </a:rPr>
              <a:t>zero wrong orders to 480 nm rms, both cameras</a:t>
            </a:r>
            <a:r>
              <a:rPr sz="1050" b="0">
                <a:solidFill>
                  <a:srgbClr val="6E6E6E"/>
                </a:solidFill>
                <a:latin typeface="Arial"/>
              </a:rPr>
              <a:t> (0.15 / 0.10 nm per pixel); one color is 74 % wrong at 480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</a:t>
            </a:r>
            <a:r>
              <a:rPr sz="1050" b="1">
                <a:solidFill>
                  <a:srgbClr val="6E6E6E"/>
                </a:solidFill>
                <a:latin typeface="Arial"/>
              </a:rPr>
              <a:t>a 200 nm rms figure is captured from cold in one 0.27 s reading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any Δλ from 1 to ~100 nm works (the fine requirement at Δλ = 20 nm is 1.7 nm against ~0.1 nm per pixel): one rung of the synthetic-wavelength ladder is enough here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Temporal unwrapping:</a:t>
            </a:r>
            <a:r>
              <a:rPr sz="1200" b="0">
                <a:solidFill>
                  <a:srgbClr val="282828"/>
                </a:solidFill>
                <a:latin typeface="Arial"/>
              </a:rPr>
              <a:t> holds at 0.9 × λ/4 per reading, fails at 1.1 ×: 1.19 µm/s at the peak pixel (baseline camera), 5.9 µm/s (Photonfocus) — ~0.24 / 1.2 µm/s rms for a 30 nm-class shape.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With the lock-in camera (record):</a:t>
            </a:r>
            <a:r>
              <a:rPr sz="1200" b="0">
                <a:solidFill>
                  <a:srgbClr val="282828"/>
                </a:solidFill>
                <a:latin typeface="Arial"/>
              </a:rPr>
              <a:t> the two colors take alternate 0.2 ms frames, each color's AOM pair gated on for its frame, so ONE color is on the sensor at a time (2480 frames/s per color, 0.4 ms per pair) — zero wrong orders to 480 nm rms, ~0.12 (run pending) nm per pixel; temporal unwrapping at 4960 frames/s tolerates ~780 (run pending; 158 at the survey row's 1 kHz) µm/s.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the pixel has one reference and one pair of accumulators: both colors on at once would put the second beat and the second color's DC into A−B and C−D.  That form works only with beats an integer number of frame rates apart (the cross term then integrates to zero over the frame, square-wave harmonics included) and costs √2 in shot noise and half the well per color; not modeled.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9" cy="2526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863"/>
                <a:gridCol w="674624"/>
                <a:gridCol w="1790472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part added for the second color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laser 2 at λ₂ (tunable ECDL at 633 ± Δλ, or a telecom tunable at 1.3 µm)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the only costly part at 633; cheap at 1.3 µm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1×2 PM coupler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AOMs 3 and 4 + drivers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 + 2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the second beat 3.75 Hz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synthesizers 3 and 4 on the same Rb reference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the beats coherent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WDM combiners (test fiber, LO fiber)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both colors in the same two fibers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processing: the second demodulation + the synthetic-wavelength unwrap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software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dmg_cophi_recon twice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97078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capture (runs/capture_{lens,oap}_plain); truth = the engine's per-pixel OPD unwrapped; λ₂ is a re-trace of both decks.  Caveat: the model's lenses are dispersion-free, so the tail's chromatic refocus (~0.5 mm of focuser travel for silica at Δλ = 20 nm, to verify) is not shown; its static part freezes into each color's null.  At 1.3 µm the base range doubles and telecom tunables are cheap (ruling 2).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One bench, five sensors: COPHI's LO beside the record gauges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testbed keeps every sensor: the LO collimator at the flat's seat, an insertable reference flat in the LO path for the IFO, and a pick-off behind the splitter that feeds the scalar and vector Zernike and pinhole arms from the test beam alone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multisensor.png"/>
          <p:cNvPicPr>
            <a:picLocks noChangeAspect="1"/>
          </p:cNvPicPr>
          <p:nvPr/>
        </p:nvPicPr>
        <p:blipFill>
          <a:blip r:embed="rId2"/>
          <a:srcRect r="10130" t="1380"/>
          <a:stretch>
            <a:fillRect/>
          </a:stretch>
        </p:blipFill>
        <p:spPr>
          <a:xfrm>
            <a:off x="0" y="1307592"/>
            <a:ext cx="8778240" cy="55504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3716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COPHI:</a:t>
            </a:r>
            <a:r>
              <a:rPr sz="1100" b="0">
                <a:solidFill>
                  <a:srgbClr val="282828"/>
                </a:solidFill>
                <a:latin typeface="Arial"/>
              </a:rPr>
              <a:t> LO on, flat out — the beat on the pupil camera; </a:t>
            </a:r>
            <a:r>
              <a:rPr sz="1100" b="1">
                <a:solidFill>
                  <a:srgbClr val="282828"/>
                </a:solidFill>
                <a:latin typeface="Arial"/>
              </a:rPr>
              <a:t>IFO:</a:t>
            </a:r>
            <a:r>
              <a:rPr sz="1100" b="0">
                <a:solidFill>
                  <a:srgbClr val="282828"/>
                </a:solidFill>
                <a:latin typeface="Arial"/>
              </a:rPr>
              <a:t> flat in (flip mount), LO shuttered — the record's four-step on the SAME camera and pixels, one registration for both.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ZWFS and pinhole / P-SRI:</a:t>
            </a:r>
            <a:r>
              <a:rPr sz="1100" b="0">
                <a:solidFill>
                  <a:srgbClr val="282828"/>
                </a:solidFill>
                <a:latin typeface="Arial"/>
              </a:rPr>
              <a:t> a 10–30 % pick-off on the camera port, taken before the LO joins the test beam, so each reads the DM alone; the pick-off costs the pupil camera that fraction of its photons (seconds per pm × 1.1–1.4).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77656" y="3538728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The DM Gauge testbed:</a:t>
            </a:r>
            <a:r>
              <a:rPr sz="1100" b="0">
                <a:solidFill>
                  <a:srgbClr val="282828"/>
                </a:solidFill>
                <a:latin typeface="Arial"/>
              </a:rPr>
              <a:t> 5 sensors provide an independent hold cross-check, each gauge's own systematics on the same surface at the same time, and the Zernike's photon economy for a hold-only mode.  Capture from cold stays COPHI's two colors (slide 18): the Zernike captures 62 nm (vector) / 39 nm (stepped) to 10 % and has its own piston null.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Costs:</a:t>
            </a:r>
            <a:r>
              <a:rPr sz="1100" b="0">
                <a:solidFill>
                  <a:srgbClr val="282828"/>
                </a:solidFill>
                <a:latin typeface="Arial"/>
              </a:rPr>
              <a:t> two more cameras with their own registrations; the flip flat's repeatability enters the IFO's null only (COPHI never sees it).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0350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make_cophi_multisensor_fig.py; the Zernike capture rows are zwfs_dm96/runs/an193_* (capture range to 10 %); nothing in the model moves.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Electronics: what each gauge needs behind the optics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IFO and the vector Zernike sensor read with a polarization camera in one frame; COPHI adds an RF chain, a fiber LO and three control loops of its own; the lock-in camera moves the demodulation on-chip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25296"/>
          <a:ext cx="11368733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057"/>
                <a:gridCol w="2239725"/>
                <a:gridCol w="2721692"/>
                <a:gridCol w="1360846"/>
                <a:gridCol w="2012918"/>
                <a:gridCol w="1332495"/>
              </a:tblGrid>
              <a:tr h="468630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TG96 IFO (polarization camera, one frame)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stepped / vector Zernike (vector: polarization camera, one frame)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pinhole / P-SRI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Feng's camera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lock-in camera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HeNe, isolator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dedicated laser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laser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single-frequency laser, 1×2 coupler, PM fibers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modulation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none for the snapshot (piezo + HV driver for the four-step calibration only)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none (vector); mask stepper (stepped)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pinhole stepper / shutter; phase shifter (P-SRI)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 AOMs, 2 synthesizers, Rb standard, ×4 + mixer → trigger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same, beat at kHz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detector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polarization sCMOS (micro-polarizer array 0/45/90/135)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camera / polarization sCMOS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1k² global-shutter camera, grabber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lock-in camera, I/Q out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latency per reading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 frame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 frame (vector) / 4 (stepped)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1–5 frames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 frames = one beat (133 ms)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averaged image (~50 ms); a frame is 0.2 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sensor's own loops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laser frequency; two RF chains; fiber phase; LO pointing (10 prad)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error terms carried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polarization gain (0.98–1.01, calibrated by the four-step)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stepper repeatability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DDS phase noise → jitter; drive ripple → contrast; fiber walk; LO drift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reference phase noise; ADC bits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photons per measurement for 1 pm (gauge deck, 30 nm surface)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 × 10¹⁴ (mirror) – 1 × 10¹⁵ (lens)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1.2 × 10¹⁴ stepped / 4.6 × 10¹³ vector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1.5 × 10¹⁴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(this deck: 57.7 pm per reading at 1.9 × 10¹² ph/s)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(61.8 pm per 0.2 ms frame)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seconds to SNR 1 at 1 pm (SNR 10 = 100×)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189 / 160 s (lens / mirror; IMX250MZR-class polarization camera, record camI_*)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475 s stepped (mono camera, 4 frames) / 519 s vector (polarization camera, mirror rig, camS_oap)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342 s (mono, K frames)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443 (Feng's camera) / 42 (Photonfocus)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0.77 / ~0.86 (lens run pending) (mirror / lens)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Camera timings on an IMX250MZR-class polarization camera (2448 × 2048, 75 fps; well ~10 ke⁻, read 2.4 e⁻, unconfirmed).  The sensors run 10–40× slower than photons ÷ sensor rate would say: the ZWFS core sets the exposure, the frame mean sits at half well, two orientations go unused.  Parts counts and TRL to follow (campaign brief sec. 9.1).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COPHI against the Zernike sensor with a dedicated laser, for the hold job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Feng's deck poses this comparison; on our bench the answer is photons and time: the vector Zernike holds 3 pm from 2 × 10¹² photons per cycle, COPHI with Feng's camera from ~1 × 10¹⁴ — and COPHI with a lock-in camera reaches a picometer in under a second, captures from cold, and reads absolutely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4034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692"/>
                <a:gridCol w="4454859"/>
                <a:gridCol w="1293346"/>
                <a:gridCol w="1817116"/>
                <a:gridCol w="1695720"/>
              </a:tblGrid>
              <a:tr h="468630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vector Zernike (dedicated laser, pol. camera)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Feng's camera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Photonfocus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lock-in camera (C4, vendor data)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photons per 3 pm hold cycle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2.2 × 10¹² (gauge deck)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 × 10¹⁴ (120 readings)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 × 10¹⁴ (60 readings)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~2 × 10¹³ (125 frames)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time per 3 pm hold cycle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~60 s on the assumed pol. camera (519 s/pm ÷ 9: its 10 ke⁻ well, the core's dynamic range, two unused orientations — the camera is the ZWFS's own question)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16 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1.6 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25 ms (3.2 pm budget; 1.4 at 0.125 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seconds to SNR 1 at 1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519 (pol. camera, record)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443 / 385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42 / 36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0.77 / ~0.86 (×1.23 for two-tap)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capture from cold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no: the reference ages past 36–70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two colors, one 0.27 s reading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two colors on alternate frames; zero wrong orders to 480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absolute read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reference iterated or matrix re-measured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exact (slope 1.000000) against the LO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exact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exact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its own stabilities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none beyond the bench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fiber 0.39 nm per frame; LO 10 prad per cycle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 the same (29.4 pm); fiber a per-frame piston, inert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257800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For hold alone, the vector Zernike is cheapest in photons</a:t>
            </a:r>
            <a:r>
              <a:rPr sz="1100" b="0">
                <a:solidFill>
                  <a:srgbClr val="282828"/>
                </a:solidFill>
                <a:latin typeface="Arial"/>
              </a:rPr>
              <a:t> (~50×) and needs no stabilities of its own — but on the assumed polarization camera it is the slowest (~60 s per cycle).  Feng's camera makes COPHI slow (16 s), the Photonfocus fast (1.6 s), </a:t>
            </a:r>
            <a:r>
              <a:rPr sz="1100" b="1">
                <a:solidFill>
                  <a:srgbClr val="282828"/>
                </a:solidFill>
                <a:latin typeface="Arial"/>
              </a:rPr>
              <a:t>the lock-in the fastest on the table (25 ms)</a:t>
            </a:r>
            <a:r>
              <a:rPr sz="1100" b="0">
                <a:solidFill>
                  <a:srgbClr val="282828"/>
                </a:solidFill>
                <a:latin typeface="Arial"/>
              </a:rPr>
              <a:t> on the vendor's numbers.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For capture and the absolute figure:</a:t>
            </a:r>
            <a:r>
              <a:rPr sz="1100" b="0">
                <a:solidFill>
                  <a:srgbClr val="282828"/>
                </a:solidFill>
                <a:latin typeface="Arial"/>
              </a:rPr>
              <a:t> COPHI in either form.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82828"/>
                </a:solidFill>
                <a:latin typeface="Arial"/>
              </a:rPr>
              <a:t>•  </a:t>
            </a:r>
            <a:r>
              <a:rPr sz="1100" b="1">
                <a:solidFill>
                  <a:srgbClr val="282828"/>
                </a:solidFill>
                <a:latin typeface="Arial"/>
              </a:rPr>
              <a:t>For a flight DM:</a:t>
            </a:r>
            <a:r>
              <a:rPr sz="1100" b="0">
                <a:solidFill>
                  <a:srgbClr val="282828"/>
                </a:solidFill>
                <a:latin typeface="Arial"/>
              </a:rPr>
              <a:t> hold only and photons scarce → the Zernike sensor with a camera chosen for it; hold + capture + absolute, or speed → COPHI (the lock-in fastest by 60–2000×).  </a:t>
            </a:r>
            <a:r>
              <a:rPr sz="1100" b="1">
                <a:solidFill>
                  <a:srgbClr val="282828"/>
                </a:solidFill>
                <a:latin typeface="Arial"/>
              </a:rPr>
              <a:t>The hybrid</a:t>
            </a:r>
            <a:r>
              <a:rPr sz="1100" b="0">
                <a:solidFill>
                  <a:srgbClr val="282828"/>
                </a:solidFill>
                <a:latin typeface="Arial"/>
              </a:rPr>
              <a:t> — Zernike for the hold, COPHI's two-color read for capture — stays the conservative answer while the camera's averaging rate is unconfirmed.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63367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Zernike rows are the gauge deck's (redo96_sens, zloop) with the polarization-camera timing from camS_oap; the COPHI rows this deck's; the lock-in rows are records on the vendor's row (runs/c4_).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Recommendations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COPHI is a credible fifth gauge: it matches the IFO's floor, reads exactly, and captures from cold in one reading; its cost is the fiber and the LO, its speed is set by the camera's frame rate, with the lock-in detector the clear winner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Add COPHI to the DM Gauge plan</a:t>
            </a:r>
            <a:r>
              <a:rPr sz="1200" b="0">
                <a:solidFill>
                  <a:srgbClr val="282828"/>
                </a:solidFill>
                <a:latin typeface="Arial"/>
              </a:rPr>
              <a:t> as the fifth column, with the converged estimator and the piston-free photon metric for every gauge (both found here, both apply to the record).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Consider a swappable splitter</a:t>
            </a:r>
            <a:r>
              <a:rPr sz="1200" b="0">
                <a:solidFill>
                  <a:srgbClr val="282828"/>
                </a:solidFill>
                <a:latin typeface="Arial"/>
              </a:rPr>
              <a:t> (Feng's layout); the current polarizing train costs ×1.5 of laser and nothing else.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Camera:</a:t>
            </a:r>
            <a:r>
              <a:rPr sz="1200" b="0">
                <a:solidFill>
                  <a:srgbClr val="282828"/>
                </a:solidFill>
                <a:latin typeface="Arial"/>
              </a:rPr>
              <a:t> the Photonfocus-class 1k global-shutter part (42 s per pm, 3 pm held in 1.6 s cycles) over Feng's baseline (7 min, 16 s); the lock-in camera faster yet.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verify the survey against the vendor sheets before a part is named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lock-in camera is the fast form:</a:t>
            </a:r>
            <a:r>
              <a:rPr sz="1200" b="0">
                <a:solidFill>
                  <a:srgbClr val="282828"/>
                </a:solidFill>
                <a:latin typeface="Arial"/>
              </a:rPr>
              <a:t> 0.77 s per pm on the vendor's numbers, 3 pm held in 25 ms cycles.</a:t>
            </a:r>
          </a:p>
          <a:p>
            <a:pPr marL="594360" indent="-137160"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–  confirm the two open items with the vendor (the output gain; the on-camera averaging rate), then the offered loaner on the bench</a:t>
            </a:r>
          </a:p>
          <a:p>
            <a:pPr marL="0" indent="0"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Implement two colors from the start:</a:t>
            </a:r>
            <a:r>
              <a:rPr sz="1200" b="0">
                <a:solidFill>
                  <a:srgbClr val="282828"/>
                </a:solidFill>
                <a:latin typeface="Arial"/>
              </a:rPr>
              <a:t> capture from cold in one reading; at 1.3 µm, telecom tunables and twice the base range — the InGaAs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Open in the record:</a:t>
            </a:r>
            <a:r>
              <a:rPr sz="1200" b="0">
                <a:solidFill>
                  <a:srgbClr val="282828"/>
                </a:solidFill>
                <a:latin typeface="Arial"/>
              </a:rPr>
              <a:t> the lens rig's +0.1–0.2 % converged gain (a matrix-model term); the polarization-camera timings through the noise hook (slide 19); the lock-in's on-camera averaging rate (assumed the sensor's 4960 frames/s; 248× slower if the GigE 20/s binds) and its output gain (assumed fixed).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Model next:</a:t>
            </a:r>
            <a:r>
              <a:rPr sz="1200" b="0">
                <a:solidFill>
                  <a:srgbClr val="282828"/>
                </a:solidFill>
                <a:latin typeface="Arial"/>
              </a:rPr>
              <a:t> the tail's chromatic refocus at Δλ = 20 nm (dispersive glass in the model); the LO referenced against the test arm's own flat; parts counts and TRL for all five gauges; Kent's ZWFS reconstruction.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39851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Everything reproduces from templates/40_benches/cophi_dm96/ (cophi_run, the stage tags in each footnote); gates tCophi, tCophiBench, tConvergedEst, tDmgLoop.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to develop: what, why, how, how long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Five items, each a requirement this deck put a number on; durations are estimates for a bench team with the parts in hand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5452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6540"/>
                <a:gridCol w="2426842"/>
                <a:gridCol w="1870691"/>
                <a:gridCol w="4887391"/>
                <a:gridCol w="657269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 (the number)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how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how long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10344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 Fiber phase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two PM fibers' differential OPD held to 0.39 nm per 33 ms frame (~12 nm/s; ~1.2 mK/s per m of uncommon fiber)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one term the four-step cannot cancel: 66 pm per 0.01 rad/frame; 3× the budget doubles the hold floor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passive first: one coupler, co-routed in one jacket, &lt; 1 m uncommon, one thermal mount; then a pickoff between the fiber ends and a stretcher servo (SIM-MET style); with a lock-in camera the term is a per-sample piston, inert (record) — the requirement belongs to the four-frame camera form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passive: weeks; servo: 2–4 months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10344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 LO pointing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LO collimator's tilt held to ~10 prad per cycle (~10 pm of fiber-tip motion), or measured and removed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loop reads LO drift as DM drift one-for-one: 0.1 nrad per cycle = 29 pm of hold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monolithic collimator mount on the splitter block, thermally tied; or a referenced LO: a quad cell on an LO pickoff, or a flat on the DM mount read by the same frames (the next model stage)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mount: weeks; referenced LO: 1–2 months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10344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 Lock-in 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heliCam C4 at a 5 kHz beat on the record bench, 20 kHz trigger, on-camera averaging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55× the Photonfocus's speed on the vendor's numbers (0.77 s per pm); open: the averaging rate, the output gain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two vendor questions (asked 2026-10-28); the offered loaner on the bench, reading class H unchanged; noise / loop re-run on measured numbers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questions: days; bench: 1–3 months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10344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 Two-color source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laser 2 (ECDL at 633 ± 20 nm, or a 1.3 µm telecom tunable), 2 AOMs + drivers, 2 synthesizers, 2 WDM combiners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capture from cold in one 0.27 s reading, zero wrong orders to 480 nm rms; temporal unwrapping cannot start cold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633: an ECDL (costly, a few nm); 1.3 µm: cheap PM-native tunables but an InGaAs camera and a refocused tail — model the 1.3 µm stage first, then choose the band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model: 2–3 weeks; hardware: 3–6 months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10344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 Chromatic refocus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dispersive glass in the model (today n = 1.5 fixed); the ~0.5 mm focuser travel at Δλ = 20 nm traced; its effect on the pupil image and the null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one caveat on the capture result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glass catalog is in the engine (GlassElt=): re-emit the lens rig with real glass, re-trace at λ₂, re-run capture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1–2 weeks (model)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0624" y="638251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Numbers from stages noise and loop (1–2), the vendor's data and stages c4_noise / c4_loop (3), capture (4–5).  "How long" is an engineering estimate, not a record.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Feng's N-frame algebra, and ours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least squares; the sign convention differs by the direction of the beat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Feng: I = I₀(1 + γ cos(φ + 2πf_h t)), α_k = 0, π/2, π, 3π/2; φ = atan2(I₄ − I₂, I₁ − I₃).  N frames: the linear least squares for (I₀, I₀γ cos φ, I₀γ sin φ).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Ours (the record's sign): I_k = I₀[1 + γ sinc(π/N) cos(φ − α_k)], α_k the bucket centers; φ = atan2(I₂ − I₄, I₁ − I₃) + α₁ for N = 4; the N-bucket least squares dmg_cophi_recon is the same solve.  Surface h = φ λ/4π about a frozen null.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Two colors on one camera: the beats 7.5 and 3.75 Hz are both integer frame counts at 30 fps (4 and 8), so one 8-frame set serves both colors; each color's frames are demodulated at its own bucket centers; the colors do not interfere (THz apart).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Synthetic wavelength Λ = λ₁λ₂/|λ₁ − λ₂|; range ±Λ/4 of surface; the coarse phase's noise is amplified Λ/λ and must resolve the fine fringe — one rung suffices here (Λ = 20.65 µm); a ladder is needed only for ranges beyond ±5 µm.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detector survey, and its caveats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Web surveys, every number sourced; the heliCam row verified by its vendor, the others not; the rows the deck uses and the question each needs answered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48"/>
                <a:gridCol w="4857586"/>
                <a:gridCol w="4476100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part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number the deck uses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 verify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Feng's baseline 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1k², 60 ke⁻, 30 fps, read noise assumed 5 e⁻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part itself (not named in the deck)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Photonfocus MV1-D1024E-160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1024², 200 ke⁻, 150 fps, 220 e⁻ read, 10.6 µm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datasheet; ROI frame rates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pco.edge 5.5 GS mode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2560 × 2160, 30 ke⁻, 50 fps GS, 2.2 e⁻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GS-mode well and rate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First Light C-RED 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640 × 512 InGaAs, 1.4 Me⁻, 600 fps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read noise at low gain; the 1.3 µm stage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Heliotis heliCam C4 / C4M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542 × 512 / 1024 × 1102, 305 Hz–134 kHz, 500 ke⁻ per internal image, 2 × 10-bit X/Y at 460 e⁻ per count, read 489 e⁻ per frame, 4960 frames/s, 20 kHz quarter-period trigger, QE 73 % at 633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VERIFIED by the vendor 2026-10-28 (datasheets, user manual, noise calculator); open: is the output gain adjustable, and at what frame rate does the FPGA averaging accept frames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50215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NOTE_detectors_survey.md (2026-10-09), NOTE_lockin_arrays_survey.md (2026-10-11); the 1 pm yardstick: 2 × 10⁻⁵ rad of phase at 633 nm double pass → ~2.5 × 10⁹ e⁻/s per element shot-limited.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Run tags and records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Every number in this deck, where it came from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945"/>
                <a:gridCol w="5767230"/>
                <a:gridCol w="4242560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record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headline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bench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runs/bench_{lens,oap}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registration PASS, null 0.000 / 0.746 nm, contrast 0.982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battery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runs/battery_{lens,oap}, I = redo96_&lt;optics&gt;ph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 vs I same surface; the 0.5 % one-step shrinkage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gain probe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runs/gainprobe_lens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reading exact (slope 1.000000); λ_m names the 0.5 %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converged estimator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runs/conv_H_, tg_psi_dm96_oap/runs/conv_I_ph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 1.0000 mirror; I/H 1.006–1.009 / 0.989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noise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runs/noise_{lens,oap}[_plain]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pm per reading per camera; both trains; electronics terms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loop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runs/loop_{lens,oap}_plain, runs/loopfib_*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 pm held; LO 29.6 pm; fiber 4.2 / 9.9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capture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runs/capture_{lens,oap}_plain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two colors: zero wrong orders to 480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lock-in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lock-in as a READING on the vendor's row: runs/c4_ (noise both rigs, loop at 0.125 s and 25 ms, capture); the survey-row runs runs/lockin_ (battery: the reading is exact)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0.77 / ~0.86 (lens run pending) s per pm; 1.43 budget (loop record pending) pm held at 0.125 s, 3.2 budget at 25 ms; fiber inert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figs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runs/figs_oap_plain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station figure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other gauges on a polarization camera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tg_psi_dm96_oap/runs/camI_{lens,oap}, zwfs_dm96/runs/camS_oap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IFO 189 / 160 s per pm; stepped 475, vector 519, pinhole 342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46811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MACOS_resources/mmacos/templates/40_benches/cophi_dm96/, README per stage; gates tCophi 8, tCophiBench 9, tConvergedEst 4, tDmgLoop 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