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real lock-in pixel (CSEM lineage, heliCam) steers charge between two taps by a square-wave reference — Feng's four-step inside the pixel; the bucket penalty is ×1.11 in σ, carried in every lock-in row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561"/>
                <a:gridCol w="612614"/>
                <a:gridCol w="3418784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in σ (×1.23 in time) for the pixel's two-tap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047" y="1298448"/>
            <a:ext cx="9753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641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