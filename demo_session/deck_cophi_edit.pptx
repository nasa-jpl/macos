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37160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103120"/>
            <a:ext cx="4343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7).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9);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13)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14); the record's loop at the camera's cadence; two colors from cold (slides 16–17)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3817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5745"/>
                <a:gridCol w="840420"/>
                <a:gridCol w="3388793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sample, mirror / lens (63 / 66 at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lens; 4.0 / 4.4 at 100 e⁻ read); ×1.23 in time for the two-tap square wave;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at 2.5 × 10⁹); analytic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Questions for the vendor:</a:t>
            </a:r>
            <a:r>
              <a:rPr sz="1400" b="0">
                <a:solidFill>
                  <a:srgbClr val="282828"/>
                </a:solidFill>
                <a:latin typeface="Arial"/>
              </a:rPr>
              <a:t> do the nodes hold the full DC before A − B is formed, or only the difference (slide 6)? is the 1 MSa/s internal sampling an analog accumulation read once per output sample? phase noise per pixel vs flux at t_c = 100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the lock-in detector works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pixel sorts its photoelectrons into two storage nodes by a square-wave reference at the beat frequency; the node difference IS the lock-in product, formed before any readout — Feng's four-step inside the pixel, integrated over thousands of cycles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id.png"/>
          <p:cNvPicPr>
            <a:picLocks noChangeAspect="1"/>
          </p:cNvPicPr>
          <p:nvPr/>
        </p:nvPicPr>
        <p:blipFill>
          <a:blip r:embed="rId2"/>
          <a:srcRect l="840" t="3790" b="4730"/>
          <a:stretch>
            <a:fillRect/>
          </a:stretch>
        </p:blipFill>
        <p:spPr>
          <a:xfrm>
            <a:off x="411480" y="1188720"/>
            <a:ext cx="11365992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1206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reference:</a:t>
            </a:r>
            <a:r>
              <a:rPr sz="1200" b="0">
                <a:solidFill>
                  <a:srgbClr val="282828"/>
                </a:solidFill>
                <a:latin typeface="Arial"/>
              </a:rPr>
              <a:t> a square wave at the beat f_b = |f₁ − f₂| (5 kHz), locked to the AOMs through the Rb clock, fed to the camera's reference input — one clock; software does only atan2(Q, 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1206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frame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N cycles per sample, not a quarter cycle; the square wave costs ×1.11 in σ (eq. 6).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per PHOTON: read noise is paid once per N-cycle sample, not per bucket (1/N in variance); shot noise is unchanged — averaging more samples helps only by bringing more photons, as it would any camera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per SECOND: the well empties every 1 ms sample — 5 × 10⁸ e⁻/s per pixel usable vs the Photonfocus's 3 × 10⁷ (200 ke × 150 fps); that 17× in photons is most of 42 → 3.4 s per pm (the vendor's drain question: slide 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6601968"/>
            <a:ext cx="7452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make_cophi_lid_fig.py; the pixel is CSEM's demodulation pixel (Lange &amp; Seitz 2001), the heliCam's "dual-phase lock-in".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0720" y="1115568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trigger chain becomes the 5 kHz reference to the pixels' gates; the camera is one pixel's chain (slide 6) ending in the sensor's ADCs — digital I/Q out to a GigE receiver; atan2(Q, I) per sample.  Fiber, LO, loop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210312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pixel chain's inputs and outputs are slide 6's.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152144"/>
            <a:ext cx="11585448" cy="36484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57200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5720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30224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1906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22283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1871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14)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11); what resolution buys and costs is slide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19):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3450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2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792"/>
                <a:gridCol w="936580"/>
                <a:gridCol w="805130"/>
                <a:gridCol w="377918"/>
                <a:gridCol w="1232342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544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2286000"/>
            <a:ext cx="1097280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5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2880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3.4 / 5.4 / 6.3 s per pm at 3.3 / 2 / 1.5 px, holding 3.1 / 4.0 / 4.3 pm at 0.125 s cycles — 10×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223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98627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3.4 s per pm as surveyed, 0.125 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all performance specs with the vendor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18); the lock-in's demodulation form from the vendor (two-tap square-wave assumed).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00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