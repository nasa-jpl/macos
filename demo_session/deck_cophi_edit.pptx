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88720" y="1572768"/>
            <a:ext cx="9820656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05856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15000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380744" y="1719072"/>
            <a:ext cx="94366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56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194560" y="1874519"/>
            <a:ext cx="77998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  Lock-in form: time-multiplexed, one color per 1 ms sample (slide 17).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56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1 ms samples, each color's AOM pair gated on for its sample, so ONE color is on the sensor at a time (500 Hz per color, 2 ms per pair) — zero wrong orders to 480 nm rms, 0.12 nm per pixel; temporal unwrapping at 1 kHz tolerates 158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kHz apart (the cross term then integrates to zero over the 1 ms sample,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