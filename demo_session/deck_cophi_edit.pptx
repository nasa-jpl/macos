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2120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3761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3349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below ~1.5 px per actuator the actuator fit collapses (the blur demo's box kernel)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</a:t>
            </a:r>
            <a:r>
              <a:rPr sz="1300" b="1">
                <a:solidFill>
                  <a:srgbClr val="6E6E6E"/>
                </a:solidFill>
                <a:latin typeface="Arial"/>
              </a:rPr>
              <a:t>a per-gauge sweep at 1, 1.5, 2 and 4 px per actuator is running now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sz="1500" b="0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15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18); the polarization-camera timings through the noise hook (slide 17).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