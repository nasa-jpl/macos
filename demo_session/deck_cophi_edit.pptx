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705856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15000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1155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1031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2286000"/>
            <a:ext cx="10972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5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