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repeats to 0.7 pm, and a servo fed at that rate holds under half a picometer.  Both front ends agree to within 10 %.  For scale, Steeves et al. (2020, Optica 7, 1267) demonstrate 1.6 pm in 4.3 s on a real interferometer: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Accuracy is systematic and proportional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 a cadence and thermal-control requirement, not a sensing one.</a:t>
            </a:r>
          </a:p>
        </p:txBody>
      </p:sp>
      <p:sp>
        <p:nvSpPr>
          <p:cNvPr id="6" name="TextBox 5"/>
          <p:cNvSpPr txBox="1"/>
          <p:nvPr/>
        </p:nvSpPr>
        <p:spPr>
          <a:xfrm>
            <a:off x="411480" y="6586347"/>
            <a:ext cx="11368735"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capt96_oap (the redesigned mirror rig with the control set inside the DM aperture: 2.98 pm at cycle 60 from 100 and 200 nm, the 30 nm control at 2.97 pm).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