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1991: Hubble — the prescription recovery that diagnosed the aberration from flight imagery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We are modernizing and extending the capabilities of our modeling to meet new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capability added to the engine is everywhere at once: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source tree: github nasa-jpl/macos and 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06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4127"/>
                <a:gridCol w="2591836"/>
                <a:gridCol w="3917206"/>
                <a:gridCol w="400556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78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a 20°×20° field,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60604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4697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60604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2130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869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40792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30605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40792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462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4803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    : committed walk step 3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solve          : S5 full freedom (conics+Zernike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+tilt/dec+radii+stop_y)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 ~15 min ...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DENSE MAP MAX  : 33.6 nm   predicted ~33.7  (1.00x)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clearance floor: 24.9 mm   exit err 0.012 deg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gates          : exit PASS / clear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543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703"/>
                <a:gridCol w="1080267"/>
                <a:gridCol w="189046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380"/>
                <a:gridCol w="967739"/>
                <a:gridCol w="12903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packaged: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fol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854" y="1298448"/>
            <a:ext cx="2250851" cy="18740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19074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866" y="3456432"/>
            <a:ext cx="2228827" cy="152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0075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31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286"/>
                <a:gridCol w="1018673"/>
                <a:gridCol w="1935479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069591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43103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069591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34543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762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48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5176"/>
                <a:gridCol w="3343745"/>
                <a:gridCol w="62098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99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62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187147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0451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187147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6045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35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