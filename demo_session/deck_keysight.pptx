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Control using wavefront measurements:   u  =  −J⁺·w ,    J⁺  =  ( JᵀJ + ρI )⁻¹ Jᵀ</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4684268"/>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15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15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15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15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476021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5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5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500" b="0">
                <a:solidFill>
                  <a:srgbClr val="282828"/>
                </a:solidFill>
                <a:latin typeface="Arial"/>
              </a:rPr>
              <a:t>•  Put the agent in the search, never the numerics — starting points and basins (a warm-started walk beat the cold start 8500×); variable-set audits (35% of a metric unclaimed because one freedom was never offered); optimization schedules (a restart ladder opened decades of dark-hole floor overnight); tolerancing and glass searches.  The agent proposes; the trusted engine disposes.</a:t>
            </a:r>
          </a:p>
          <a:p>
            <a:pPr>
              <a:spcAft>
                <a:spcPts val="600"/>
              </a:spcAft>
            </a:pPr>
            <a:r>
              <a:rPr sz="15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