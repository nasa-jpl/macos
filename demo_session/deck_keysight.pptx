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elements: Freeforms with aberrations, polarizers, complex masks and apodizers, completely general surfaces added through the API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The same functionality, streamlined: linear model generation, simulation, multi-path, metrology and edge sensors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capabilities: design layer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34440"/>
            <a:ext cx="8183879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57400" y="5029200"/>
            <a:ext cx="9720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 solution code for each particular problem, using AI assistance.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1 · traceability — every solve field reaches the detector (screened before solving)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2 · map validity — all 121 dense-map fields present, none lost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3 · exit-beam direction — the chief within tolerance of the horizontal pin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4 · clearance — the signed beam–mirror floor at or above spec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5 · score — strict RMS WFE against the reported ladder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600200"/>
            <a:ext cx="6245352" cy="3127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9944" y="480060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2743200"/>
            <a:ext cx="7068312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26480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5144"/>
            <a:ext cx="6437376" cy="3877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81344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0296" y="5925312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478024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matlab &amp;                    % a fresh MATLAB, just for this solve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cd ~/dev/MACOS_resources/mmacos/templates/10_telescopes/offset_imager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OUT = oi_demo_step(12)     % &lt;-- the room's width goes here (5-15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: committed walk step 3 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predicted  : ~33.7 nm, ~24.8 mm floor  (frontier rows 11/13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solving    : one full-freedom step ...  ~15 min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at the reveal, the windows are already up; if needed: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5584" y="47731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literal demo-day sequence ($ = shell, &gt;&gt; = MATLAB); the rehearsal at 12° solved 33.6 nm against the ~33.7 prediction, and the 14° rehearsal beat its predict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592531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 the mean time, continuing...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352544"/>
            <a:ext cx="6172200" cy="1362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6188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t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298448"/>
            <a:ext cx="2779776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358384"/>
            <a:ext cx="44805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7891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Yardsticks: pupil imaging resolves 2.7 µm across the 33 mm pupil, depth of focus ~30 µm — the measured defects sit 50–350× above these floors.  Per-point trade table: the design/rodgers2 record.  Packaging the 343 mm point: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packaging behind the primary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As committed, the deepest optic overhangs the M1–M2 span 1.81× — four folds bring it to 0.86×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focal4_pac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672" y="1298448"/>
            <a:ext cx="5744349" cy="24582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74947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Engine-truth packaging, three ways: as committed, the deepest optic sits 1.887 m behind the primary against a 1.042 m M1–M2 span (left); the recorded single-fold recipe touches no depth and throws the instrument radially (middle); four folds in the feed leg bring the deepest optic to 0.893 m — inside the telescope's own envelope — at Ø1.120 × 2.832 m (right).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37083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fix is real and priced: zero rays lost, fold null asserted at 3×10⁻⁸ nm; costs stated, not smoothed — the new flats clear by +5.8 mm, are ~300 mm across and decentred 100–146 mm, and four 45° folds are an unopened polarization budget.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measurement found what no fold can fix: over the field box, the collimator stands in the union of its own feed beams — −55 mm against bare glass with no allowance at all.  A fold is an isometry and carries it across unchanged; the redesign is queued.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17372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recorded single-fold layout passed its gate on a 17.5-vs-15 mm margin while its flat clips the feed beam by −74 mm — a gate's margin is a number, not a body.  Record: challenges/afocal4/packaging.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second live demonstration: the AI drives an interferometer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polarization Twyman–Green gauging a deformable mirror — armed in a terminal now, run on the room's cue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Why a Twyman–Green for a DM: normal incidence, double pass (height counts twice), a natural null against the flat reference — the fewest reference surfaces of any two-beam layout.  A Mach–Zehnder buys isolated arms and two ports: dynamics and transmission, not figure.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Phase shifting with no moving parts: the arms carry orthogonal polarizations; a quarter-wave plate makes them opposite circular, and the analyzer angle θ writes fringe phase 2θ — four angles are the four PSI steps.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Cube against plate: the plate rig's diattenuation rotates one arm 7.5° and the gauge reads 11.7% high; the MacNeille cube parks each arm on a coating eigenaxis.  Both are built — the cube runs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092452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claude                      % a fresh AI session, in the terminal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Let's run the IFO demo.  Runbook is demo_session/RUNBOOK_ifo_demo.md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— arm it and wait for my cue.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Armed — v2, eight beats, beat 1 computed and waiting.  Say the word.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tell us about the next step ...          &gt; run it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BUILD → LAYOUT → COATING → NULL → POKE → SWEEP → RECOVER → CALIBRATE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(~45 s of compute across the run — the rest is conversation)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5737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dialog is the demonstration: the AI narrates each beat, runs it on the cue, pastes the real output, and answers the room's questions from the live session — figures open on the desktop as they draw.  Every beat has a committed fallback figure.</a:t>
            </a:r>
          </a:p>
        </p:txBody>
      </p:sp>
      <p:pic>
        <p:nvPicPr>
          <p:cNvPr id="7" name="Picture 6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487" y="4443984"/>
            <a:ext cx="9256720" cy="20203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Two-beam topologies, and the splitter that decides the error budget.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919" y="1298448"/>
            <a:ext cx="3072721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sweep, from the run: phase-stepped fringes over the poked actuator — the phase walks, nothing in the rig moves.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(v1) + tg_psi_dm_v2 (the demo rig);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measurement the room just watched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beats, ~45 s of compute — 0.18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eight beats, replayed: build (the design condition hands back a dense flint, n = 1.6555 — why real polarizing cubes are not BK7) → layout → coating (R+T = 1.000000000000 measured; one termination choice moves R_p from 4×10⁻¹² to 2.1%) → null → poke → sweep → recover → calibrate.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numbers that landed: the null reads 73 pm with nothing aligned; the poked actuator recovers 146 nm against 150 injected — the bullseye's own half-fringe arithmetic; the full map lands 6.26 nm against 6.35 truth, 0.183 nm rms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calibration question: gain 0.9912 ± 0.0020, linear to 0.00% — almost nothing to calibrate, and the two correlations say where the leftover error lives.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number above is printed by the run itself; the sweep costs 36 frames and zero ray traces.  Both rigs run the same demo (v1 49.8 s, v2 47.0 s wall) — the committed beat figures stand in if a live beat stalls.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218182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796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218182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4940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248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0.18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committed image per live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370" y="1298448"/>
            <a:ext cx="4646955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821" y="3364992"/>
            <a:ext cx="381805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6 — the analyzer sweep: phase-stepped frames, no re-trace.</a:t>
            </a:r>
          </a:p>
        </p:txBody>
      </p:sp>
      <p:pic>
        <p:nvPicPr>
          <p:cNvPr id="8" name="Picture 7" descr="demo2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7857" y="5431536"/>
            <a:ext cx="3835980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eight beats have committed figures in templates/90_polarization/tg_psi_dm_v2 (v1 likewise); the driver opens them on the desktop as each beat runs.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