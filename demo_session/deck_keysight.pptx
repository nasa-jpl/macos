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New elements: Freeforms with aberrations, polarizers, complex masks and apodizers, completely general surfaces added through the API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The same functionality, streamlined: linear model generation, simulation, multi-path, metrology and edge sensors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New capabilities: design layer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1 · traceability — every solve field reaches the detector (screened before solving)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2 · map validity — all 121 dense-map fields present, none lost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3 · exit-beam direction — the chief within tolerance of the horizontal pin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4 · clearance — the signed beam–mirror floor at or above spec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5 · score — strict RMS WFE against the reported ladder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85369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2946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85369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7518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2607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938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145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987" y="1298448"/>
            <a:ext cx="2896585" cy="1983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Packaging the 343 mm point: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behind the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As committed, the deepest optic overhangs the M1–M2 span 1.81× — four folds bring it to 0.86×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pac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672" y="1298448"/>
            <a:ext cx="5744349" cy="24582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74947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Engine-truth packaging, three ways: as committed, the deepest optic sits 1.887 m behind the primary against a 1.042 m M1–M2 span (left); the recorded single-fold recipe touches no depth and throws the instrument radially (middle); four folds in the feed leg bring the deepest optic to 0.893 m — inside the telescope's own envelope — at Ø1.120 × 2.832 m (right).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708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real and priced: zero rays lost, fold null asserted at 3×10⁻⁸ nm; costs stated, not smoothed — the new flats clear by +5.8 mm, are ~300 mm across and decentred 100–146 mm, and four 45° folds are an unopened polarization budget.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measurement found what no fold can fix: over the field box, the collimator stands in the union of its own feed beams — −55 mm against bare glass with no allowance at all.  A fold is an isometry and carries it across unchanged; the redesign is queued.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7372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Record: challenges/afocal4/packaging.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