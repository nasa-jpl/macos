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elements: Freeforms with aberrations, polarizers, complex masks and apodizers, completely general surfaces added through the API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The same functionality, streamlined: linear model generation, simulation, multi-path, metrology and edge sensors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capabilities: design layer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34440"/>
            <a:ext cx="8183879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57400" y="5029200"/>
            <a:ext cx="9720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 solution code for each particular problem, using AI assistance.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1 · traceability — every solve field reaches the detector (screened before solving)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2 · map validity — all 121 dense-map fields present, none lost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3 · exit-beam direction — the chief within tolerance of the horizontal pin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4 · clearance — the signed beam–mirror floor at or above spec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5 · score — strict RMS WFE against the reported ladder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6245352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9944" y="480060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2743200"/>
            <a:ext cx="7068312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26480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5144"/>
            <a:ext cx="6437376" cy="3877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81344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0296" y="592531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47802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5584" y="4773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592531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 the mean time, continuing...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352544"/>
            <a:ext cx="6172200" cy="1362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618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98448"/>
            <a:ext cx="2779776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58384"/>
            <a:ext cx="44805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7891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Buildability re-prices this trade —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— and the defect no fold could fix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collimator stood in its own feed beam by −80 mm; a −10° extraction tilt clears it at +38 mm — wavefront 14%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clear_layouts_t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67" y="1298448"/>
            <a:ext cx="8676559" cy="22753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9206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 truth, three ways: the committed 343 mm deck (deepest optic 1.887 m behind the 1.042 m M1–M2 span, the feed beam through the collimator by −79.9 mm over the field box); the four-flat fold recipe (0.893 m deep — but a fold is an isometry, and the interference rides across unchanged); the cleared −10° extraction-tilt deck: +37.8 mm of daylight, deepest optic 1.287 m, zero flats.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1879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no fold could ever fix it: a part's union footprint and a beam's at one station are scaled copies of the same off-axis field box — they separate only if their scales differ by 2.43×, and the measured ratio is 1.30, one scale pinned by the customer interface.  The best flat placement anywhere reproduces −79.9 mm to the last digit; every point of the committed trade curve fails the same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optical, and priced: tilt the field mirror −10° and re-solve around it.  Clears at +37.8 mm with zero rays lost; wavefront 8993 vs 10407 nm; the interface holds (30.015×, 33.57 mm exit beam).  It packages itself — deepest optic 1.81× → 1.24× the M1–M2 spacing, with zero fold flats.  The price is the fourth mirror's pupil control: blur 157 → 553 µm, breathing 0.12 → 0.82% — still 4× steadier than three mirrors.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861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The union-footprint check is now a standing gate: it fails the committed deck and passes the cleared one.  Record: challenges/afocal4/{packaging,clearing}.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second live demonstration: the AI drives an interferometer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polarization Twyman–Green gauging a deformable mirror — armed in a terminal now, run on the room's cue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Why a Twyman–Green for a DM: normal incidence, double pass (height counts twice), a natural null against the flat reference — the fewest reference surfaces of any two-beam layout.  A Mach–Zehnder buys isolated arms and two ports: dynamics and transmission, not figure.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Phase shifting with no moving parts: the arms carry orthogonal polarizations; a quarter-wave plate makes them opposite circular, and the analyzer angle θ writes fringe phase 2θ — four angles are the four PSI steps.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Cube against plate: the plate rig's diattenuation rotates one arm 7.5° and the gauge reads 11.7% high; the MacNeille cube parks each arm on a coating eigenaxis.  Both are built — the cube runs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092452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claude                      % a fresh AI session, in the terminal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Let's run the IFO demo.  Runbook is demo_session/RUNBOOK_ifo_demo.md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— arm it and wait for my cue.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Armed — v2, eight beats, beat 1 computed and waiting.  Say the word.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tell us about the next step ...          &gt; run it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BUILD → LAYOUT → COATING → NULL → POKE → SWEEP → RECOVER → CALIBRATE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(~45 s of compute across the run — the rest is conversation)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5737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dialog is the demonstration: the AI narrates each beat, runs it on the cue, pastes the real output, and answers the room's questions from the live session — figures open on the desktop as they draw.  Every beat has a committed fallback figure.</a:t>
            </a:r>
          </a:p>
        </p:txBody>
      </p:sp>
      <p:pic>
        <p:nvPicPr>
          <p:cNvPr id="7" name="Picture 6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487" y="4443984"/>
            <a:ext cx="9256720" cy="20203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Two-beam topologies, and the splitter that decides the error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919" y="1298448"/>
            <a:ext cx="3072721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sweep, from the run: phase-stepped fringes over the poked actuator — the phase walks, nothing in the rig moves.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(v1) + tg_psi_dm_v2 (the demo rig);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measurement the room just watched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beats, ~45 s of compute — 0.18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eight beats, replayed: build (the design condition hands back a dense flint, n = 1.6555 — why real polarizing cubes are not BK7) → layout → coating (R+T = 1.000000000000 measured; one termination choice moves R_p from 4×10⁻¹² to 2.1%) → null → poke → sweep → recover → calibrate.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numbers that landed: the null reads 73 pm with nothing aligned; the poked actuator recovers 146 nm against 150 injected — the bullseye's own half-fringe arithmetic; the full map lands 6.26 nm against 6.35 truth, 0.183 nm rms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calibration question: gain 0.9912 ± 0.0020, linear to 0.00% — almost nothing to calibrate, and the two correlations say where the leftover error lives.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number above is printed by the run itself; the sweep costs 36 frames and zero ray traces.  Both rigs run the same demo (v1 49.8 s, v2 47.0 s wall) — the committed beat figures stand in if a live beat stalls.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0.18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committed image per live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370" y="1298448"/>
            <a:ext cx="4646955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21" y="3364992"/>
            <a:ext cx="381805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6 — the analyzer sweep: phase-stepped frames, no re-trace.</a:t>
            </a:r>
          </a:p>
        </p:txBody>
      </p:sp>
      <p:pic>
        <p:nvPicPr>
          <p:cNvPr id="8" name="Picture 7" descr="demo2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7857" y="5431536"/>
            <a:ext cx="3835980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eight beats have committed figures in templates/90_polarization/tg_psi_dm_v2 (v1 likewise); the driver opens them on the desktop as each beat runs.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