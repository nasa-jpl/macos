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3.png"/><Relationship Id="rId4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modernizing and extending the capabilities of our modeling to meet new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1 · traceability — every solve field reaches the detector (screened before solving)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2 · map validity — all 121 dense-map fields present, none lost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3 · exit-beam direction — the chief within tolerance of the horizontal pin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4 · clearance — the signed beam–mirror floor at or above spec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5 · score — strict RMS WFE against the reported ladder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85369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2946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85369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5182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607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    : committed walk step 3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solve          : S5 full freedom (conics+Zernike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+tilt/dec+radii+stop_y)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 ~15 min ...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DENSE MAP MAX  : 33.6 nm   predicted ~33.7  (1.00x)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clearance floor: 24.9 mm   exit err 0.012 deg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gates          : exit PASS / clear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543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packaged: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fol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854" y="1298448"/>
            <a:ext cx="2250851" cy="18740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19074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866" y="3456432"/>
            <a:ext cx="2228827" cy="152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0075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31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