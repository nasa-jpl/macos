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996696" y="2980944"/>
            <a:ext cx="5175504" cy="2825496"/>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7086600" y="1371600"/>
            <a:ext cx="3886200" cy="5413248"/>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