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a:p>
            <a:pPr>
              <a:spcAft>
                <a:spcPts val="800"/>
              </a:spcAft>
            </a:pPr>
            <a:r>
              <a:rPr sz="1500" b="0">
                <a:solidFill>
                  <a:srgbClr val="6E6E6E"/>
                </a:solidFill>
                <a:latin typeface="Arial"/>
              </a:rPr>
              <a:t>The code is public: github.com/nasa-jpl/macos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Control using wavefront measurements:   u  =  −J⁺·w ,    J⁺  =  ( JᵀJ + ρI )⁻¹ Jᵀ</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4684268"/>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this study,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15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15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15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15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476021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