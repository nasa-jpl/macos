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New elements: Freeforms with aberrations, polarizers, complex masks and apodizers, completely general surfaces added through the API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The same functionality, streamlined: linear model generation, simulation, multi-path, metrology and edge sensors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New capabilities: design layer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1 · traceability — every solve field reaches the detector (screened before solving)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2 · map validity — all 121 dense-map fields present, none lost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3 · exit-beam direction — the chief within tolerance of the horizontal pin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4 · clearance — the signed beam–mirror floor at or above spec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5 · score — strict RMS WFE against the reported ladder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85369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2946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85369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7518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2607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oi_demo_step(12)      % the room's width goes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    : committed walk step 3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solve          : S5 full freedom (conics+Zernike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+tilt/dec+radii+stop_y)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 ~15 min ...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DENSE MAP MAX  : 33.6 nm   predicted ~33.7  (1.00x)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clearance floor: 24.9 mm   exit err 0.012 deg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gates          : exit PASS / clear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543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room's width.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fol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004" y="1298448"/>
            <a:ext cx="2052551" cy="17089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constrained design at the 343 mm point — a packaging screen, not a completed layout.</a:t>
            </a:r>
          </a:p>
        </p:txBody>
      </p:sp>
      <p:pic>
        <p:nvPicPr>
          <p:cNvPr id="10" name="Picture 9" descr="rodgers2_final_t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866" y="3456432"/>
            <a:ext cx="2228827" cy="152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0075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31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Packaging was not driven to completion: the back focal path still exceeds the M1–M2 spacing, and folding it down is queued work — the TRADE is the result, not the layout.  Per-point trade table: the design/rodgers2 record.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