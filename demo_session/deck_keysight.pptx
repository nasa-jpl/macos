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the mathematics under the next six slides</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next three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Estimation and control:   x̂  =  ( HᵀWH + ρI )⁻¹ HᵀW·m ;    u  ←  u − g·x̂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a:p>
            <a:pPr>
              <a:spcAft>
                <a:spcPts val="600"/>
              </a:spcAft>
            </a:pPr>
            <a:r>
              <a:rPr sz="1500" b="0">
                <a:solidFill>
                  <a:srgbClr val="282828"/>
                </a:solidFill>
                <a:latin typeface="Arial"/>
              </a:rPr>
              <a:t>•  Dark-hole control (EFC):   Δa  =  −( Re(GᴴG) + λI )⁻¹ Re(GᴴE)</a:t>
            </a:r>
          </a:p>
          <a:p>
            <a:pPr marL="594360" indent="-137160">
              <a:spcAft>
                <a:spcPts val="500"/>
              </a:spcAft>
            </a:pPr>
            <a:r>
              <a:rPr sz="1300" b="0">
                <a:solidFill>
                  <a:srgbClr val="6E6E6E"/>
                </a:solidFill>
                <a:latin typeface="Arial"/>
              </a:rPr>
              <a:t>–  G = ∂E/∂a, the electric-field Jacobian of the DM actuators through the masked chain, engine-measured; a Tikhonov step, line-searched against measured contrast.</a:t>
            </a:r>
          </a:p>
        </p:txBody>
      </p:sp>
      <p:sp>
        <p:nvSpPr>
          <p:cNvPr id="5" name="TextBox 4"/>
          <p:cNvSpPr txBox="1"/>
          <p:nvPr/>
        </p:nvSpPr>
        <p:spPr>
          <a:xfrm>
            <a:off x="411480" y="4898898"/>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(r4) runs the BLUE estimator, the integrator, and the EFC step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