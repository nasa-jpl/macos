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hold level is the loop mechanization's floor (sensor noise through the gain, damped EFC), not the model's limit — the next slide digs the static dark hole three decades deeper, overnight.</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2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2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65886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6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6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6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6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  The agent proposes; the trusted engine disposes.</a:t>
            </a:r>
          </a:p>
          <a:p>
            <a:pPr>
              <a:spcAft>
                <a:spcPts val="600"/>
              </a:spcAft>
            </a:pPr>
            <a:r>
              <a:rPr sz="16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262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 and the best advice ends up compiled into the tool, as checks and defaults.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