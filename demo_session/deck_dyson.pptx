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Next steps</a:t>
            </a:r>
          </a:p>
          <a:p>
            <a:pPr>
              <a:spcAft>
                <a:spcPts val="600"/>
              </a:spcAft>
            </a:pPr>
            <a:r>
              <a:rPr sz="1200" b="0">
                <a:solidFill>
                  <a:srgbClr val="282828"/>
                </a:solidFill>
                <a:latin typeface="Arial"/>
              </a:rPr>
              <a:t>•  21 Run it yourself</a:t>
            </a:r>
          </a:p>
          <a:p>
            <a:pPr>
              <a:spcAft>
                <a:spcPts val="600"/>
              </a:spcAft>
            </a:pPr>
            <a:r>
              <a:rPr sz="1200" b="0">
                <a:solidFill>
                  <a:srgbClr val="282828"/>
                </a:solidFill>
                <a:latin typeface="Arial"/>
              </a:rPr>
              <a:t>•  22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R0–R4: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Each now has a regression test written from the physics.</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the MACOS fast suite stands at 504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p:txBody>
      </p:sp>
      <p:pic>
        <p:nvPicPr>
          <p:cNvPr id="5" name="Picture 4" descr="dyson5_s3_r4_views.png"/>
          <p:cNvPicPr>
            <a:picLocks noChangeAspect="1"/>
          </p:cNvPicPr>
          <p:nvPr/>
        </p:nvPicPr>
        <p:blipFill>
          <a:blip r:embed="rId2"/>
          <a:stretch>
            <a:fillRect/>
          </a:stretch>
        </p:blipFill>
        <p:spPr>
          <a:xfrm>
            <a:off x="2716945" y="1970531"/>
            <a:ext cx="6757803" cy="4493768"/>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7" name="TextBox 6"/>
          <p:cNvSpPr txBox="1"/>
          <p:nvPr/>
        </p:nvSpPr>
        <p:spPr>
          <a:xfrm>
            <a:off x="411480" y="6748272"/>
            <a:ext cx="11368735" cy="274320"/>
          </a:xfrm>
          <a:prstGeom prst="rect">
            <a:avLst/>
          </a:prstGeom>
          <a:noFill/>
        </p:spPr>
        <p:txBody>
          <a:bodyPr wrap="square">
            <a:spAutoFit/>
          </a:bodyPr>
          <a:lstStyle/>
          <a:p>
            <a:pPr>
              <a:spcAft>
                <a:spcPts val="600"/>
              </a:spcAft>
            </a:pPr>
            <a:r>
              <a:rPr sz="1500" b="0">
                <a:solidFill>
                  <a:srgbClr val="282828"/>
                </a:solidFill>
                <a:latin typeface="Arial"/>
              </a:rPr>
              <a:t>•  Clearance: the returning beam passes the detector carrier by 1.19 mm with no cold shield; any shield fails the check, so a fold prism at the slit is the next layout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on a 255-point grid; loss = the energy landing outside the F/1.8 acceptance.  The closed form is the exact sinc² integral for the same slit and acceptance.</a:t>
            </a:r>
          </a:p>
          <a:p>
            <a:pPr>
              <a:spcAft>
                <a:spcPts val="600"/>
              </a:spcAft>
            </a:pPr>
            <a:r>
              <a:rPr sz="1500" b="0">
                <a:solidFill>
                  <a:srgbClr val="282828"/>
                </a:solidFill>
                <a:latin typeface="Arial"/>
              </a:rPr>
              <a:t>•  Under 2.5 % over the band by both, but they disagree by a factor that changes sign: the engine reads 0.3× the closed form at 380 nm and 1.36× at 2500 nm.  Which of the grid, the window (11 % wider than the acceptance) or the slit's missing length explains it is being tested; the number is not yet design-grade.</a:t>
            </a:r>
          </a:p>
        </p:txBody>
      </p:sp>
      <p:pic>
        <p:nvPicPr>
          <p:cNvPr id="5" name="Picture 4" descr="dyson5_s2l_slitloss.png"/>
          <p:cNvPicPr>
            <a:picLocks noChangeAspect="1"/>
          </p:cNvPicPr>
          <p:nvPr/>
        </p:nvPicPr>
        <p:blipFill>
          <a:blip r:embed="rId2"/>
          <a:stretch>
            <a:fillRect/>
          </a:stretch>
        </p:blipFill>
        <p:spPr>
          <a:xfrm>
            <a:off x="3617705" y="3101340"/>
            <a:ext cx="4956284" cy="33629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a global search over the meniscus (the R4 solve ends on its bounds), then the native multi-wavelength optimizer with the same smile and keystone operands.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radiometric chain against the band.</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have closed so far: F/1.8 with a 220 mm silica block, 54 mm slit, 380–2500 nm, 18 µm pixels, order 1 (the design of record); block radii 50–500 mm scanned at order 0 for the scaling law, where a concentric block meets the quarter-pixel blur only above 213 mm; the Offner reference at F/2.8.  The meniscus solve ends on its bounds, so outside this envelope (faster than F/1.8, blocks under 150 mm, slits beyond 54 mm) closure is untested; a sweep is queued.</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