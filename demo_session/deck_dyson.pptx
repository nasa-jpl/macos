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Each now has a regression test written from the physics.</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the MACOS fast suite stands at 504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any shield fails the check, so a fold prism at the slit is the next layout step.</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radiometric chain against the band.</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have closed so far: F/1.8 with a 220 mm silica block, 54 mm slit, 380–2500 nm, 18 µm pixels, order 1 (the design of record); block radii 50–500 mm scanned at order 0 for the scaling law, where a concentric block meets the quarter-pixel blur only above 213 mm; the Offner reference at F/2.8.  The meniscus solve ends on its bounds, so outside this envelope (faster than F/1.8, blocks under 150 mm, slits beyond 54 mm) closure is untested; a sweep is queued.</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