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Two forms: Dyson and Offner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What each departure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Next: the compact variant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forms: Dyson and Offner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exact ray-trace chain lays out both; the Dyson is the challenge, the Offner the all-reflective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31" y="1298448"/>
            <a:ext cx="11086831" cy="48356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15238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two forms as laid out by the exact chain, dispersion plane: slit (circle) to focal plane (square), rays at 380 / 1440 / 2500 nm.  Left, the Dyson: silica block, air gap, concave grating at the stop.  Right, the Offner: concave mirror twice, convex grating at the stop.  A chain sketch; deck-standard layouts (block outline, element arcs, mm axes) arrive with the compact variant.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Dyson: a silica block whose flat face carries the slit and the focal plane, a concave grating concentric with the block's spherical face; the JPL flight form (EMIT, CWIS, ALIS).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Offner: concave mirror, convex grating at the common centre, concave mirror; all in air, so it is also where the physical-optics twin is validated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05586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Chain: design/src/spectrometer_geom.m; emitter: spectrometer_rx.m; the grating groove period is solved so the band spans the 9 mm focal plane.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221" y="1298448"/>
            <a:ext cx="7615253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05586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stage s0 (engine-free); record dyson5_s0_scaling.txt.  Block index n(silica, 1 µm) = 1.450417; in-glass marginal half-angle u = asin(1 / 2nF).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2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057" y="1298448"/>
            <a:ext cx="8555579" cy="5000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(pixels, mean over the slit removed), SRF FWHM (pixels), geometric ensquared energy in one pixel, each versus slit position and wavelength.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maps predate the grating fixes of 2026-10-01 (the SRF ramp with wavelength is the groove-period defect, not the design); the re-scored maps replace this figure.  Records dyson5_s1.txt, dyson5_s2.txt.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6292590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80"/>
                <a:gridCol w="6641795"/>
                <a:gridCol w="1090676"/>
                <a:gridCol w="872744"/>
                <a:gridCol w="1090676"/>
                <a:gridCol w="123596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0.86 mm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783906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 px on every step: the floor set by the 2-pixel slit.  Records dyson5_s3.txt; the free-radius variant in dyson5_s3free.txt.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(the free-radius variant reaches 0.74 ensquared at a 341 mm block) or the literature's compact variant, a separate mirror and a meniscus — the next step.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00228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7740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Next: the compact variant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 under the identical operands and scorer, so the trade is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R4: the compact Dyson of the review — a separate mirror and a meniscus — solved on the same chain with the same smile and keystone operands, emitted and engine-scored like every other step.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trade table: R3 (de-concentred block at 220 mm), the free-radius block (341 mm), and R4, on keystone, smile, CRF, SRF, ensquared energy, length, footprint, element count and glass volume.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the chosen design: PSF centroids against ray centroids, SRF and CRF from the propagated PSF, the slit-width diffraction loss against the sinc² closed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native multi-wavelength optimizer with the same operands, to confirm the chain's optimum from the engine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06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Across a grating the wavefront is defined only modulo λ (the groove staircase); every OPD comparison in the twin is made in phase or on the complex field, never as unwrapped lengths.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