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96F7D35-B418-4315-9216-D9E1D7FAD25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EE2AC717-6FA1-438E-B972-78D9866EF3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D190946-FE0A-4EEE-AE53-032CA948034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3E34AAB-D808-4E8D-A216-51CDDB3111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0A34104-9820-444E-8A97-2159B52093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CA24E22-079F-41FC-8F1E-EB46A46CD95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BAA16AFD-AD9F-4C1C-8987-6AC4FFE359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E7ADC42-5028-47C7-AEEA-C990EDB9F5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BFC342B-7F16-421D-A33C-98B4142647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C9515CF-F322-407B-A64B-9B26FF123D9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32F87D7D-9E0E-43A5-9A21-7DA217CC24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5FE1E53-6E7B-4ACF-B7E5-04EE27C3BCC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42B3998-0C30-49C3-8956-67A2535E31D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B575FFC-D4C0-49E6-BC4C-4987EB19882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9F32FA0-83EE-4063-9959-5C6BFB9F304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382DBFD-CE7E-4C2C-BEF2-F8259B930C2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38ACA82-E460-49DA-8925-5D1867967A2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010A33-850E-48B5-B68E-1983D540EDC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949575-F6ED-4F92-B942-0002A9BD275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6FC908-4639-4B5E-AFA1-6C9FBB909AA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978223-3B39-4415-98D4-A1802B5FB90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FB8EFE-1754-49F2-AF6D-70D0766C550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236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The four dW rungs on one segment: rigid body, figure, prescription, grid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jwst_ote_designc.in (the zoom_5x5 fixture), model 512, 63-ray grid, stop at the FSM (element 25), wavefront read at the ExitPupil Return (27); 5 zoom states x 5 field points = 25 blocks, 54 595 rows; segment 7 shown in every rung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8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DRAFT 2026-09-10.  Every figure is a file run_sensitivities wrote, unmodified: templates/50_sensitivities/zoom_5x5/&lt;name&gt;_opdall.png, &lt;name&gt;_svspec_configs.png, &lt;name&gt;_&lt;ch&gt;_channels.png and the per-element pages in &lt;name&gt;_pages/.  Display conventions are the plotters': colormap jet, autoscaled per panel, piston removed, exact zeros not drawn.  Harvest conventions: orient=raw, sign=opl, opd_ref=mean (the defaults; the report header names them).  Units: BaseUnits mm of OPD per unit parameter.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Every column is a difference of two of these maps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nominal wavefront at all 25 (zoom state, field) blocks -- the canvas each Jacobian column is scattered onto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1" name="Picture 3" descr="march_opdall.png"/>
          <p:cNvPicPr/>
          <p:nvPr/>
        </p:nvPicPr>
        <p:blipFill>
          <a:blip r:embed="rId1"/>
          <a:stretch/>
        </p:blipFill>
        <p:spPr>
          <a:xfrm>
            <a:off x="1408680" y="1298520"/>
            <a:ext cx="3811680" cy="3811680"/>
          </a:xfrm>
          <a:prstGeom prst="rect">
            <a:avLst/>
          </a:prstGeom>
          <a:ln w="0">
            <a:noFill/>
          </a:ln>
        </p:spPr>
      </p:pic>
      <p:sp>
        <p:nvSpPr>
          <p:cNvPr id="72" name="TextBox 4"/>
          <p:cNvSpPr/>
          <p:nvPr/>
        </p:nvSpPr>
        <p:spPr>
          <a:xfrm>
            <a:off x="411480" y="512892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canvas is a quincunx of quincunxes: each of the 5 zoom states holds its own 5-field canvas, so position on the page means (zoom state, field point). 9 x 9 tiles of 63-ray maps.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400800" y="1298520"/>
            <a:ext cx="5394600" cy="17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 harvest, four rungs: the same field set, the same stop, the same exit-pupil reset -- only the perturbed quantity changes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54 595 rows: every valid ray of all 25 blocks (2 183-2 184 per block; ray loss differs slightly between them).  All four rungs share these rows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Per-field exit-pupil reset: reset_xp re-finds the pupil per block, so the gross field tilt is out and the tiles show residual aberration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Configuration axis: element 25 (a flat FSM at a pupil) points to the four corners of a 0.5 arcmin square; blocks stack as ROWS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6400800" y="36788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dwdx_5zoom_5fov_jwst_ote_designc_opdall.png.  The 25-block harvest takes 175-378 s per rung on this box (gfortran mex).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Rigid body: clocking a segment barely moves the wavefront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dW/dx, 138 channels over 22 optics + the PM group, rank 129; Rz is four decades below Rx/Ry, same units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" name="Picture 3" descr="march_dwdx_elt7.png"/>
          <p:cNvPicPr/>
          <p:nvPr/>
        </p:nvPicPr>
        <p:blipFill>
          <a:blip r:embed="rId1"/>
          <a:stretch/>
        </p:blipFill>
        <p:spPr>
          <a:xfrm>
            <a:off x="3193200" y="1298520"/>
            <a:ext cx="5805360" cy="3903120"/>
          </a:xfrm>
          <a:prstGeom prst="rect">
            <a:avLst/>
          </a:prstGeom>
          <a:ln w="0">
            <a:noFill/>
          </a:ln>
        </p:spPr>
      </p:pic>
      <p:sp>
        <p:nvSpPr>
          <p:cNvPr id="78" name="TextBox 4"/>
          <p:cNvSpPr/>
          <p:nvPr/>
        </p:nvSpPr>
        <p:spPr>
          <a:xfrm>
            <a:off x="411480" y="522036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Segment 7's six columns at the centre field. Rx/Ry tilt the segment; Tz pistons it -- and the whole pupil turns dark red because poking one segment moves the aperture-mean OPD reference every other ray is measured against.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411480" y="565092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&lt;name&gt;_pages/&lt;name&gt;_dwdx_elt7_center.png.  Segment 7 column norms (rms, per unit DOF): Rx 1.56e+02, Ry 1.59e+02, Rz 2.09e-02, Tx 9.91e+00, Ty 9.78e+00, Tz 4.54e+02.  Rz is four decades below Rx/Ry -- clocking a circular-footprint segment barely moves the wavefront.  22 optics x 6 DOFs + the PM group's 6 = 138 harvested; 132 are saved, because element 4 (the virtual centre segment, column norms 1e-16) is dropped number-free by flag_zero_norm_channels.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Figure: only a non-zero-mean mode moves the reference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dW/dz, 60 channels (20 optics x 3 modes), rank 60, cond+ 33; three modes of segment 7's own basis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" name="Picture 3" descr="march_dwdz_elt7.png"/>
          <p:cNvPicPr/>
          <p:nvPr/>
        </p:nvPicPr>
        <p:blipFill>
          <a:blip r:embed="rId1"/>
          <a:stretch/>
        </p:blipFill>
        <p:spPr>
          <a:xfrm>
            <a:off x="1228320" y="1298520"/>
            <a:ext cx="9734760" cy="3537360"/>
          </a:xfrm>
          <a:prstGeom prst="rect">
            <a:avLst/>
          </a:prstGeom>
          <a:ln w="0">
            <a:noFill/>
          </a:ln>
        </p:spPr>
      </p:pic>
      <p:sp>
        <p:nvSpPr>
          <p:cNvPr id="83" name="TextBox 4"/>
          <p:cNvSpPr/>
          <p:nvPr/>
        </p:nvSpPr>
        <p:spPr>
          <a:xfrm>
            <a:off x="411480" y="485460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Modes 4 and 6 are the two astigmatism orientations and leave the rest of the pupil at zero; mode 5 is a single-sign defocus blob and paints the whole pupil dark. A mode with a non-zero mean over its footprint moves the aperture-mean OPD reference every other ray is measured against.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Box 5"/>
          <p:cNvSpPr/>
          <p:nvPr/>
        </p:nvSpPr>
        <p:spPr>
          <a:xfrm>
            <a:off x="411480" y="528516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&lt;name&gt;_pages/&lt;name&gt;_dwdz_elt7_center.png.  Full 54 595 x 60, rank 60, cond+ 3.32e+01; segment-only 54 595 x 45, cond+ 1.06e+01.  The rung harvests every lMon-bearing optic, so the SM and TM appear beside the 18 segments.  The whole-pupil colour is the opd_ref=mean default; under opd_ref='chief' those pixels read exactly 0 (Luis round 4, 2026-09-09).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Prescription: Kr and Kc are gradients, not focus blobs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dW/dsurf, 42 channels (21 powered optics x Kr, Kc), rank 40, cond+ 6.5e+05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" name="Picture 3" descr="march_dwdsurf_elt7.png"/>
          <p:cNvPicPr/>
          <p:nvPr/>
        </p:nvPicPr>
        <p:blipFill>
          <a:blip r:embed="rId1"/>
          <a:stretch/>
        </p:blipFill>
        <p:spPr>
          <a:xfrm>
            <a:off x="2735280" y="1298520"/>
            <a:ext cx="6720840" cy="3537360"/>
          </a:xfrm>
          <a:prstGeom prst="rect">
            <a:avLst/>
          </a:prstGeom>
          <a:ln w="0">
            <a:noFill/>
          </a:ln>
        </p:spPr>
      </p:pic>
      <p:sp>
        <p:nvSpPr>
          <p:cNvPr id="88" name="TextBox 4"/>
          <p:cNvSpPr/>
          <p:nvPr/>
        </p:nvSpPr>
        <p:spPr>
          <a:xfrm>
            <a:off x="411480" y="485460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Kr and Kc for segment 7: a one-sided gradient across the footprint, not a centred blob, because the segment sits off the parent axis. Both have a non-zero footprint mean, so both paint the rest of the pupil.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411480" y="528516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&lt;name&gt;_pages/&lt;name&gt;_dwdsurf_elt7_center.png.  Peak 1.4e-02 mm per mm of radius and 8.5e-01 mm per unit conic -- different units, so the panels are autoscaled independently and the two are not comparable by eye.  Full 54 595 x 42, rank 40: two channels are dead (element 4, the virtual centre segment).  Segments count as powered since the 2026-09-05 eligibility ruling; before it this rung harvested the SM and TM alone (4 channels).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Grid influence: the best-conditioned rung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dW/dgrid, 60 channels on the segment's own clocked grid, rank 60, cond+ 5.7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" name="Picture 3" descr="march_dwdgrid_elt7.png"/>
          <p:cNvPicPr/>
          <p:nvPr/>
        </p:nvPicPr>
        <p:blipFill>
          <a:blip r:embed="rId1"/>
          <a:stretch/>
        </p:blipFill>
        <p:spPr>
          <a:xfrm>
            <a:off x="1228320" y="1298520"/>
            <a:ext cx="9734760" cy="353736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411480" y="485460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three influence modes poked on the segment's CLOCKED Mon-frame grid. Grid2 is defocus-like yet leaves the rest of the pupil at zero -- the basis is Gram-Schmidt orthogonalized with piston out, so no grid mode moves the reference. Contrast the dW/dz defocus page.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411480" y="528516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&lt;name&gt;_pages/&lt;name&gt;_dwdgrid_elt7_center.png.  Full 54 595 x 60, rank 60, cond+ 5.72e+00 -- best of the four.  Basis: macos.segment_grid_basis, Zernike modes 4-6 over each segment's true (irregular) footprint, orthogonalize true.  The Rx is grid-augmented first (macos.design.grid_augment_rx), which REPLACES the stale parent-frame grid lines SegMirMaker replicates into segment blocks; poking those instead paints a central dot and collapses the rank.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Every column carries the (zoom, field) axis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multi-field page shows one channel across all 25 blocks; the spectra show what the configuration axis adds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" name="Picture 3" descr="march_dwdsurf_elt7_multi.png"/>
          <p:cNvPicPr/>
          <p:nvPr/>
        </p:nvPicPr>
        <p:blipFill>
          <a:blip r:embed="rId1"/>
          <a:stretch/>
        </p:blipFill>
        <p:spPr>
          <a:xfrm>
            <a:off x="411480" y="1298520"/>
            <a:ext cx="5806080" cy="3006720"/>
          </a:xfrm>
          <a:prstGeom prst="rect">
            <a:avLst/>
          </a:prstGeom>
          <a:ln w="0">
            <a:noFill/>
          </a:ln>
        </p:spPr>
      </p:pic>
      <p:sp>
        <p:nvSpPr>
          <p:cNvPr id="98" name="TextBox 4"/>
          <p:cNvSpPr/>
          <p:nvPr/>
        </p:nvSpPr>
        <p:spPr>
          <a:xfrm>
            <a:off x="411480" y="43236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Segment 7's Kr and Kc on the full canvas: the response repeats at every zoom state and field, modulated by the field. This is the same column as the centre-field page, un-collapsed.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" name="Picture 5" descr="march_svspec_configs.png"/>
          <p:cNvPicPr/>
          <p:nvPr/>
        </p:nvPicPr>
        <p:blipFill>
          <a:blip r:embed="rId2"/>
          <a:stretch/>
        </p:blipFill>
        <p:spPr>
          <a:xfrm>
            <a:off x="7160400" y="1298520"/>
            <a:ext cx="3875040" cy="2549160"/>
          </a:xfrm>
          <a:prstGeom prst="rect">
            <a:avLst/>
          </a:prstGeom>
          <a:ln w="0">
            <a:noFill/>
          </a:ln>
        </p:spPr>
      </p:pic>
      <p:sp>
        <p:nvSpPr>
          <p:cNvPr id="100" name="TextBox 6"/>
          <p:cNvSpPr/>
          <p:nvPr/>
        </p:nvSpPr>
        <p:spPr>
          <a:xfrm>
            <a:off x="6400800" y="3866400"/>
            <a:ext cx="5394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same rung's per-configuration singular-value spectra against the stacked one (thick grey). The five zoom states separate only in the small-sigma tail -- that tail is the rank the configuration axis buys.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7"/>
          <p:cNvSpPr/>
          <p:nvPr/>
        </p:nvSpPr>
        <p:spPr>
          <a:xfrm>
            <a:off x="411480" y="475452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&lt;name&gt;_pages/&lt;name&gt;_dwdsurf_elt7_multi.png and dwdsurf_..._svspec_configs.png (both the dW/dsurf rung).  A flat mirror at a pupil tilts the wavefront to first order and the per-field pupil reset removes it, so the configuration's effect on the Jacobian is the SECOND-order residual: 5.3e-06 relative against 1.9e-04 with the pupil frozen (measured on the dW/dx rung; run_dwdx_5zoom_5fov.m's header carries the definition of the statistic).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" descr="march_dwdx_index.png"/>
          <p:cNvPicPr/>
          <p:nvPr/>
        </p:nvPicPr>
        <p:blipFill>
          <a:blip r:embed="rId1"/>
          <a:srcRect l="0" t="0" r="0" b="83716"/>
          <a:stretch/>
        </p:blipFill>
        <p:spPr>
          <a:xfrm>
            <a:off x="1310760" y="2057400"/>
            <a:ext cx="4861440" cy="3200400"/>
          </a:xfrm>
          <a:prstGeom prst="rect">
            <a:avLst/>
          </a:prstGeom>
          <a:ln w="0">
            <a:noFill/>
          </a:ln>
        </p:spPr>
      </p:pic>
      <p:sp>
        <p:nvSpPr>
          <p:cNvPr id="10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Reading a 275-page harvest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contact sheet indexes every channel to its page; the text index names the channels on each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" name="Picture 3" descr="march_dwdx_index.png"/>
          <p:cNvPicPr/>
          <p:nvPr/>
        </p:nvPicPr>
        <p:blipFill>
          <a:blip r:embed="rId2"/>
          <a:stretch/>
        </p:blipFill>
        <p:spPr>
          <a:xfrm>
            <a:off x="559080" y="1332360"/>
            <a:ext cx="1041120" cy="4213080"/>
          </a:xfrm>
          <a:prstGeom prst="rect">
            <a:avLst/>
          </a:prstGeom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411480" y="5529960"/>
            <a:ext cx="58060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dW/dx contact sheet: 23 rows (one per element, group, source) x 6 DOFs. Each row is named once on the left, each thumbnail carries its channel and page ("Rx  pg 4") and its own rms underneath -- so a dead channel announces itself instead of being painted at full colour scale.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07" name="Table 5"/>
          <p:cNvGraphicFramePr/>
          <p:nvPr/>
        </p:nvGraphicFramePr>
        <p:xfrm>
          <a:off x="6400800" y="1298520"/>
          <a:ext cx="5394600" cy="1314000"/>
        </p:xfrm>
        <a:graphic>
          <a:graphicData uri="http://schemas.openxmlformats.org/drawingml/2006/table">
            <a:tbl>
              <a:tblPr/>
              <a:tblGrid>
                <a:gridCol w="1052640"/>
                <a:gridCol w="1052640"/>
                <a:gridCol w="526320"/>
                <a:gridCol w="920880"/>
                <a:gridCol w="657720"/>
                <a:gridCol w="1184040"/>
              </a:tblGrid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rung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channels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rank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cond+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pages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runtime s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dW/dx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138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2.0e+10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378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dW/dz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3.3e+01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dW/dsurf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6.5e+05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dW/dgrid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5.7e+00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60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175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08" name="TextBox 6"/>
          <p:cNvSpPr/>
          <p:nvPr/>
        </p:nvSpPr>
        <p:spPr>
          <a:xfrm>
            <a:off x="6400800" y="2759040"/>
            <a:ext cx="5394600" cy="184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E4 ROW IS ROUND-OFF, AND THE SHEET NOW SAYS SO.  Element 4 is the virtual centre segment; its six columns are dead -- Rx, Rz, Tz are EXACTLY zero over all 54 595 rows (nothing drawn, rms 0) and Ry, Tx, Ty carry max 1.06e-14 / 8.47e-16 / 8.47e-16 mm on 612 / 8 641 / 2 491 rows, taking 3-4 distinct values each: the finite-difference floor of a re-trace, 17 decades below element 5 (column max 1.405e+03, rms 1.614e+02).  Autoscaled thumbnails with no colorbar painted those few pixels across the full jet range, which reads as structure; the per-panel rms is the scale the colours were missing (rms 4.3e-15 against rms 1.6e+02 one row down).  Panel rms is of the map AS DRAWN -- valid pixels, piston removed -- so it differs from the column rms over all rows.  flag_zero_norm_channels catches the column and the driver drops it from the saved .mat; the figures are drawn before that drop.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7"/>
          <p:cNvSpPr/>
          <p:nvPr/>
        </p:nvSpPr>
        <p:spPr>
          <a:xfrm>
            <a:off x="6400800" y="501624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Panels are drawn at a floor of 3.5 in per OPD map / 1.2 in per field tile and the pages follow, so a 19-segment harvest is 275 readable pages (17 MB) instead of one sheet of specks.  &lt;name&gt;_&lt;ch&gt;_channels.png is that contact sheet; &lt;name&gt;_pages_index.txt lists every page with its element and channels; the full-size pages are in &lt;name&gt;_pages/ (gitignored -- regenerate with the four run_dwd*_5zoom_5fov.m drivers).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619200" y="1313280"/>
            <a:ext cx="981000" cy="71424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1600200" y="2057400"/>
            <a:ext cx="4572000" cy="3200400"/>
          </a:xfrm>
          <a:prstGeom prst="rect">
            <a:avLst/>
          </a:prstGeom>
          <a:noFill/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2" name=""/>
          <p:cNvCxnSpPr>
            <a:stCxn id="110" idx="3"/>
            <a:endCxn id="102" idx="-1"/>
          </p:cNvCxnSpPr>
          <p:nvPr/>
        </p:nvCxnSpPr>
        <p:spPr>
          <a:xfrm>
            <a:off x="1600200" y="1670400"/>
            <a:ext cx="2141640" cy="387360"/>
          </a:xfrm>
          <a:prstGeom prst="bentConnector3">
            <a:avLst>
              <a:gd name="adj1" fmla="val 8406"/>
            </a:avLst>
          </a:prstGeom>
          <a:ln w="0">
            <a:solidFill>
              <a:srgbClr val="3465a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2026-09-11T10:49:03Z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