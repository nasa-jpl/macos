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four dW rungs on one segment: rigid body, figure, prescription, grid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jwst_ote_designc.in (the zoom_5x5 fixture), model 512, 63-ray grid, stop at the FSM (element 25), wavefront read at the ExitPupil Return (27); 5 zoom states x 5 field points = 25 blocks, 54 595 rows; segment 7 shown in every 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2026-09-10.  Every figure is a file run_sensitivities wrote, unmodified: templates/50_sensitivities/zoom_5x5/&lt;name&gt;_opdall.png, &lt;name&gt;_svspec_configs.png, &lt;name&gt;_&lt;ch&gt;_channels.png and the per-element pages in &lt;name&gt;_pages/.  Display conventions are the plotters': colormap jet, autoscaled per panel, piston removed, exact zeros not drawn.  Harvest conventions: orient=raw, sign=opl, opd_ref=mean (the defaults; the report header names them).  Units: BaseUnits mm of OPD per unit parameter.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Every column is a difference of two of these maps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nominal wavefront at all 25 (zoom state, field) blocks -- the canvas each Jacobian column is scattered onto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opd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684" y="1298448"/>
            <a:ext cx="3812032" cy="3812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1287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canvas is a quincunx of quincunxes: each of the 5 zoom states holds its own 5-field canvas, so position on the page means (zoom state, field point). 9 x 9 tiles of 63-ray maps.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harvest, four rungs: the same field set, the same stop, the same exit-pupil reset -- only the perturbed quantity changes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54 595 rows: every valid ray of all 25 blocks (2 183-2 184 per block; ray loss differs slightly between them).  All four rungs share these rows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Per-field exit-pupil reset: reset_xp re-finds the pupil per block, so the gross field tilt is out and the tiles show residual aberration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Configuration axis: element 25 (a flat FSM at a pupil) points to the four corners of a 0.5 arcmin square; blocks stack as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789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dwdx_5zoom_5fov_jwst_ote_designc_opdall.png.  The 25-block harvest takes 175-378 s per rung on this box (gfortran mex).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Rigid body: clocking a segment barely moves the wavefront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dW/dx, 138 channels over 22 optics + the PM group, rank 129; Rz is four decades below Rx/Ry, same units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x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027" y="1298448"/>
            <a:ext cx="5805640" cy="3903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22020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Segment 7's six columns at the centre field. Rx/Ry tilt the segment; Tz pistons it -- and the whole pupil turns dark red because poking one segment moves the aperture-mean OPD reference every other ray is measured against.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650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&lt;name&gt;_pages/&lt;name&gt;_dwdx_elt7_center.png.  Segment 7 column norms (rms, per unit DOF): Rx 1.56e+02, Ry 1.59e+02, Rz 2.09e-02, Tx 9.91e+00, Ty 9.78e+00, Tz 4.54e+02.  Rz is four decades below Rx/Ry -- clocking a circular-footprint segment barely moves the wavefront.  22 optics x 6 DOFs + the PM group's 6 = 138 harvested; 132 are saved, because element 4 (the virtual centre segment, column norms 1e-16) is dropped number-free by flag_zero_norm_channels.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Figure: only a non-zero-mean mode moves the reference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dW/dz, 60 channels (20 optics x 3 modes), rank 60, cond+ 33; three modes of segment 7's own basis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z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34" y="1298448"/>
            <a:ext cx="9735227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Modes 4 and 6 are the two astigmatism orientations and leave the rest of the pupil at zero; mode 5 is a single-sign defocus blob and paints the whole pupil dark. A mode with a non-zero mean over its footprint moves the aperture-mean OPD reference every other ray is measured against.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&lt;name&gt;_pages/&lt;name&gt;_dwdz_elt7_center.png.  Full 54 595 x 60, rank 60, cond+ 3.32e+01; segment-only 54 595 x 45, cond+ 1.06e+01.  The rung harvests every lMon-bearing optic, so the SM and TM appear beside the 18 segments.  The whole-pupil colour is the opd_ref=mean default; under opd_ref='chief' those pixels read exactly 0 (Luis round 4, 2026-09-09).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Prescription: Kr and Kc are gradients, not focus blobs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dW/dsurf, 42 channels (21 powered optics x Kr, Kc), rank 40, cond+ 6.5e+05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surf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171" y="1298448"/>
            <a:ext cx="6721352" cy="3537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Kr and Kc for segment 7: a one-sided gradient across the footprint, not a centred blob, because the segment sits off the parent axis. Both have a non-zero footprint mean, so both paint the rest of the pupil.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&lt;name&gt;_pages/&lt;name&gt;_dwdsurf_elt7_center.png.  Peak 1.4e-02 mm per mm of radius and 8.5e-01 mm per unit conic -- different units, so the panels are autoscaled independently and the two are not comparable by eye.  Full 54 595 x 42, rank 40: two channels are dead (element 4, the virtual centre segment).  Segments count as powered since the 2026-09-05 eligibility ruling; before it this rung harvested the SM and TM alone (4 channels).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Grid influence: the best-conditioned rung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dW/dgrid, 60 channels on the segment's own clocked grid, rank 60, cond+ 5.7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grid_elt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34" y="1298448"/>
            <a:ext cx="9735227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three influence modes poked on the segment's CLOCKED Mon-frame grid. Grid2 is defocus-like yet leaves the rest of the pupil at zero -- the basis is Gram-Schmidt orthogonalized with piston out, so no grid mode moves the reference. Contrast the dW/dz defocus page.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&lt;name&gt;_pages/&lt;name&gt;_dwdgrid_elt7_center.png.  Full 54 595 x 60, rank 60, cond+ 5.72e+00 -- best of the four.  Basis: macos.segment_grid_basis, Zernike modes 4-6 over each segment's true (irregular) footprint, orthogonalize true.  The Rx is grid-augmented first (macos.design.grid_augment_rx), which REPLACES the stale parent-frame grid lines SegMirMaker replicates into segment blocks; poking those instead paints a central dot and collapses the rank.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Every column carries the (zoom, field)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multi-field page shows one channel across all 25 blocks; the spectra show what the configuration axis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surf_elt7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30069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32364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Segment 7's Kr and Kc on the full canvas: the response repeats at every zoom state and field, modulated by the field. This is the same column as the centre-field page, un-collapsed.</a:t>
            </a:r>
          </a:p>
        </p:txBody>
      </p:sp>
      <p:pic>
        <p:nvPicPr>
          <p:cNvPr id="6" name="Picture 5" descr="march_svspec_confi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544" y="1298448"/>
            <a:ext cx="3875471" cy="2549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663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rung's per-configuration singular-value spectra against the stacked one (thick grey). The five zoom states separate only in the small-sigma tail -- that tail is the rank the configuration axis buys.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5442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&lt;name&gt;_pages/&lt;name&gt;_dwdsurf_elt7_multi.png and dwdsurf_..._svspec_configs.png (both the dW/dsurf rung).  A flat mirror at a pupil tilts the wavefront to first order and the per-field pupil reset removes it, so the configuration's effect on the Jacobian is the SECOND-order residual: 5.3e-06 relative against 1.9e-04 with the pupil frozen (measured on the dW/dx rung; run_dwdx_5zoom_5fov.m's header carries the definition of the statistic).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a 275-page harvest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contact sheet indexes every channel to its page; the text index names the channels on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ch_dwdx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858" y="1298448"/>
            <a:ext cx="1145683" cy="3994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31164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dW/dx contact sheet: every one of the 138 channels as a thumbnail, each labelled with the full-size page it is drawn on (E5 Rx p04 ...).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298448"/>
          <a:ext cx="5394957" cy="1314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675"/>
                <a:gridCol w="1052675"/>
                <a:gridCol w="526337"/>
                <a:gridCol w="921090"/>
                <a:gridCol w="657921"/>
                <a:gridCol w="1184259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channels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cond+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pages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runtime 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2.0e+10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3.3e+01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dW/dsurf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6.5e+05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dW/dgrid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5.7e+00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275920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Panels are drawn at a floor of 3.5 in per OPD map / 1.2 in per field tile and the pages follow, so a 19-segment harvest is 275 readable pages (17 MB) instead of one sheet of specks.  &lt;name&gt;_&lt;ch&gt;_channels.png is that contact sheet; &lt;name&gt;_pages_index.txt lists every page with its element and channels; the full-size pages are in &lt;name&gt;_pages/ (gitignored -- regenerate with the four run_dwd*_5zoom_5fov.m drivers).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