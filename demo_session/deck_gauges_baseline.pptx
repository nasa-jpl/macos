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4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4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5184648"/>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223010"/>
        </p:xfrm>
        <a:graphic>
          <a:graphicData uri="http://schemas.openxmlformats.org/drawingml/2006/table">
            <a:tbl>
              <a:tblPr firstRow="1" bandRow="1">
                <a:tableStyleId>{5C22544A-7EE6-4342-B048-85BDC9FD1C3A}</a:tableStyleId>
              </a:tblPr>
              <a:tblGrid>
                <a:gridCol w="2045023"/>
                <a:gridCol w="542544"/>
                <a:gridCol w="476504"/>
                <a:gridCol w="476504"/>
                <a:gridCol w="1168584"/>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086600" y="5330952"/>
            <a:ext cx="47091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08050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 2026-09-17)</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97205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468630">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657225">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10728960"/>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pupilsim_sub96_lens, pupilsim_sub96_oap, sub96_oapsens (cycle 3a); redo96_lens, redo96_oap (cycle 3b); redo96_oapsens (3b); the Mac, 2026-09-17.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