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repeats to 0.7 pm, and a servo fed at that rate holds under half a picometer.  Both front ends agree to within 10 %.  For scale, Steeves et al. (2020, Optica 7, 1267) demonstrate 1.6 pm in 4.3 s on a real interferometer: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Accuracy is systematic and proportional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 a cadence and thermal-control requirement, not a sensing one.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594860"/>
        </p:xfrm>
        <a:graphic>
          <a:graphicData uri="http://schemas.openxmlformats.org/drawingml/2006/table">
            <a:tbl>
              <a:tblPr firstRow="1" bandRow="1">
                <a:tableStyleId>{5C22544A-7EE6-4342-B048-85BDC9FD1C3A}</a:tableStyleId>
              </a:tblPr>
              <a:tblGrid>
                <a:gridCol w="1380799"/>
                <a:gridCol w="1026748"/>
                <a:gridCol w="3398891"/>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657225">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19 / 24 cycles from 100 / 200 nm, contraction 0.52 / 0.57; control 2.97 pm</a:t>
                      </a:r>
                    </a:p>
                  </a:txBody>
                  <a:tcPr marL="54864" marR="54864" marT="18288" marB="18288">
                    <a:solidFill>
                      <a:srgbClr val="FFFFFF"/>
                    </a:solidFill>
                  </a:tcPr>
                </a:tc>
              </a:tr>
              <a:tr h="657225">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capt96_oap (the redesigned mirror rig, control set inside the DM aperture).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