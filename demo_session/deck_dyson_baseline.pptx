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A VSWIR Dyson Imaging Spectrometer, Designed From the Spec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An EMIT-class push-broom spectrometer (F/1.8, 3000 × 500 pixels at 18 µm, 380–2500 nm) designed with MACOS from the public specification alone, scored on smile, keystone and the response functions, and checked by physical-optics propagation.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October 2026.  Working record; no proprietary prescription is used.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in progress.  Every number is from a committed, parameterized runner (mmacos, dyson5_run); records and figures are the runner's own output.  Design of record: the compact variant (step R4): keystone 0.0026 px, smile 0.005 px, CRF 1.33 px, 76 % of the energy in one pixel, at a 220 mm block.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Contents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target, the forms, the design ladder, the evidence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3 The target and how it is scored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4 The Dyson as traced by the engine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5 The Offner as traced by the engine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6 The concentric Dyson and its scaling law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7 The exact chain and the engine agree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8 The seed, scored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9 The departure ladder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10 The departure ladder, by the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11 What each departure buys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12 The compact variant, as traced by the engine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13 The compact variant in section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14 The compact variant, scored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15 The trade at a glance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16 The propagation twin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17 Slit diffraction loss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18 Next steps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19 Run it yourself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20 Backup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target and how it is scored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Joe's specification, EMIT-class; the metrics stated once, here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28975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4687"/>
                <a:gridCol w="3531752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F-number (air-equivalent, image space)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focal plane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3000 spatial × 500 spectral pixels, 18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slit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 mm; spectral height 9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band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380–2500 nm, 4.24 nm per pixel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smile, keystone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&lt; 0.1 pixel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SRF FWHM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&lt; 1.5–2.0 pixels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CRF FWHM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&lt; 1.5 pixels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radiometric chain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throughput, grating efficiency, QE, slit loss vs wavelength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Smile: centroid drift along the slit at fixed wavelength; keystone: drift across wavelength at fixed slit position; both in pixels from ray centroids.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SRF, CRF: slit ⊗ line-spread function ⊗ pixel ⊗ Airy, FWHM in pixels (Mouroulis &amp; Green 2018 definitions); the Airy diameter at 2500 nm is 11 µm, under the 18 µm pixel, so the incoherent chain is valid.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Design rules adopted from the literature: distortion to ~1 % of a pixel at design, &gt; 75 % of the energy in one pixel, degraded spots accepted for uniformity, the grating is the stop.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Realism (Jim): as-built SRF is 2.5–3 pixels, slits are 2 pixels wide, the systems are photon-limited; smile and keystone drive the design.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07517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54 mm slit is 2.3× EMIT's; Table 3 of the review places this spec in the ALIS class (3200 spatial pixels, 380–2500 nm).  Public comparison point: Carbon-I (arXiv:2505.22545), F/2.2, 2040–2380 nm.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Dyson as traced by the engine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Step R3 of the ladder, before apertures: the beams clear every body, but the grating is 270 mm wide on a 0.70 m radius and the slit sits 18 mm from the band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prescription: challenges/dyson5/dyson5_s3_r3.in, seven elements; the block's spherical face (E2), the grating (E3, radius 0.71 m at the Dyson condition for a 220 mm block), and the focal plane on the flat face.  Bodies, rays and labels are read back from the engine.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Sizes from the traced footprints: block face 85 mm across at the sphere (220 mm radius, 217 mm thick), grating 270 mm across (0.70 m radius) at 0.69 m from the face; slit at +6 mm, this wavelength lands at −12 mm on the same face.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No element declares an aperture yet, so the block draws as the beam's hull and nothing can vignette; apertures, a clearance check and the slit-to-detector package split are the next revision of this layout.</a:t>
            </a:r>
          </a:p>
        </p:txBody>
      </p:sp>
      <p:pic>
        <p:nvPicPr>
          <p:cNvPr id="5" name="Picture 4" descr="dyson5_s3_r3_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6013" y="3489197"/>
            <a:ext cx="3659667" cy="29751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48258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the traced bundle and the solid bodies in 3-D.  Right: the dispersion plane (Y-Z).  Positions in metres, global frame.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Offner as traced by the engine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all-reflective twin at F/2.8, before apertures: the grating sits inside the slit-to-mirror beam, so the slit must move out to about 0.2 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prescription: challenges/dyson5/dyson5_s1_offner.in, five elements; the concave mirror (E1, used twice), the convex grating (E2) at the stop, the focal plane at the slit's conjugate.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Obstruction, measured from the ray history: the slit-to-M1 beam crosses the grating's plane over y = −39 to +51 mm while the grating's footprint spans ±45 mm; the return beam crosses it over −58 to +33 mm.  With no apertures declared the trace cannot see this; the slit offset of 6 mm must become about 100 mm (0.2 R, the classical Offner geometry) and the layout re-scored.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Why it stays in the deck: it is where the physical-optics twin is validated (order 0: pupil OPD 8e-11 m, 94 % of the energy in one pixel) and the trade's reference form.</a:t>
            </a:r>
          </a:p>
        </p:txBody>
      </p:sp>
      <p:pic>
        <p:nvPicPr>
          <p:cNvPr id="5" name="Picture 4" descr="dyson5_s1_offner_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9151" y="3736848"/>
            <a:ext cx="3313393" cy="27274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48258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the traced bundle and the solid bodies in 3-D.  Right: the dispersion plane (Y-Z).  Positions in metres, global frame.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concentric Dyson and its scaling law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classical condition verified by exact trace; at this slit the concentric block needs r ≥ 213 mm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Dyson condition R_g = n·r / (n − 1) is the blur minimum by exact 3-D trace: 0.67 µm at the condition against 4–5 µm at ±5 %, image at −h, residual fifth order (h⁴·¹⁷, r⁻³·¹⁹).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scaling answer, before any element was added: a single concentric block meets a quarter-pixel corner blur only at r ≥ 213 mm, about twice flight scale, which is why the flight forms add an asphere, a meniscus or an air gap.</a:t>
            </a:r>
          </a:p>
        </p:txBody>
      </p:sp>
      <p:pic>
        <p:nvPicPr>
          <p:cNvPr id="5" name="Picture 4" descr="dyson5_s0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3835" y="2606039"/>
            <a:ext cx="5624023" cy="3693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317488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Rms blur at the slit corner (h = 28.2 mm) of a concentric silica Dyson at F/1.8 versus block radius, exact trace at order 0: blur ∝ r⁻³·¹⁹; the quarter-pixel budget is met at r = 213 mm (grating radius 687 mm).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exact chain and the engine agree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engine ray re-traced by the chain from the engine's own launch directions lands within 1e-9 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check: the engine's chief ray and every ray of its grid are re-traced through the chain's surfaces from the engine's launch directions; agreement is per ray, every surface, 1e-9 m; the dispersed band spans the focal plane to 1 %.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With the aspheric block face (ladder step R2): agreement 1e-12 m per ray; a sphere-only chain misses by 0.26 mm, so the check is not vacuous.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physical-optics twin: a far-field terminal on a reference sphere upstream of the focal plane, re-posed per slit position and wavelength; on the Offner at order 0 the pupil OPD is 8e-11 m and the Airy spot puts 94 % of its energy in one 18 µm pixel.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What the checks found in the engine, now fixed (details in Backup): glass names were ignored at load; propagation inside glass used the vacuum wavelength; the grating groove period was held constant along the curved surface instead of along the chord; the grating's path-length jump had the matching defect.  Each has a regression test written from the physics, not from the engine.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6639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Regression tests: tSpectrometerRx (3), tGratingOpl (2), tGratingImmersed (4), tGlassDispersion (3), tPropMedium (3); mmacos fast suite 501 pass, 0 fail (2026-10-01).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seed, scored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concentric seed at a 220 mm block meets smile; keystone and the corner blur are the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Smile is met at the seed (below 0.01 pixel on both forms); the field-angle map is linear along the slit as designed.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SRF sits at 2.02 pixels on both forms, the floor set by the 2-pixel slit; re-scored on the engine after the grating fixes (the earlier ramp with wavelength was the groove-period defect, not the design).</a:t>
            </a:r>
          </a:p>
        </p:txBody>
      </p:sp>
      <p:pic>
        <p:nvPicPr>
          <p:cNvPr id="5" name="Picture 4" descr="dyson5_s2_maps_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4371" y="2358390"/>
            <a:ext cx="6022953" cy="39408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317488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Scorer maps for the two seeds at 220 mm (rows: Dyson, Offner): field-angle map, smile (pixels), SRF FWHM (pixels), ensquared energy in one pixel, versus slit position and wavelength.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departure ladder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Each step solved on the exact chain with pixel-unit smile and keystone in the merit from the first pass, then emitted and scored in the engine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yson5_s3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98448"/>
            <a:ext cx="11368735" cy="45450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861806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Engine-scored maxima per ladder step at the seed's 220 mm block (left: smile, keystone, CRF FWHM in pixels; right: minimum ensquared energy in one pixel against the 0.75 design rule).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departure ladder, by the numbers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Keystone falls 37-fold at fixed scale; the meniscus pays only with the block offset and grating radius moving with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1" cy="2806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4123"/>
                <a:gridCol w="3910265"/>
                <a:gridCol w="941360"/>
                <a:gridCol w="724123"/>
                <a:gridCol w="941360"/>
                <a:gridCol w="1086184"/>
                <a:gridCol w="796535"/>
                <a:gridCol w="1593071"/>
                <a:gridCol w="651710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 moves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keystone (px)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smile (px)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CRF FWHM (px)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ensquared, 1 px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length (mm)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grating footprint (mm)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glass (L)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concentric seed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0.095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0.44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708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22.2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grating-radius factor, face offset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0.038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0.003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2.10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0.48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704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+ conic and h⁴, h⁶ terms on the block face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0.037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0.004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2.13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0.47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704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+ block centre off the grating's, along the dispersion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0.008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2.10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0.48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698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22.1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R4a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meniscus corrector alone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0.063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2.49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0.33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698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meniscus with all variables (the compact variant)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0.0026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1.33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0.76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694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size alone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block radius free (341 mm)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0.001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1.34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0.74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1099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82.8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25081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SRF FWHM is 2.02–2.05 px on every step: the 2-pixel-slit floor.  Length = slit plane to grating vertex; footprint = diameter of the grating hits over slit centre and ends × band edges; glass = block cap + meniscus.  Record dyson5_s3_trade.txt.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each departure buys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De-concentring the block solves the distortion; the face asphere is inert; the blur is bought only by size or by the compact form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Keystone: 0.095 → 0.011 pixels at fixed scale, nine times inside the 0.1-pixel specification and at the literature's 1 % design rule; smile stays below 0.01 pixel throughout.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block-face asphere does nothing here: step R2 converges to 10 nm sags, and a one-dimensional scan about R1 is a steep bowl centred at zero.  An axisymmetric figure acts on every field point alike and cannot cancel a residual that grows as h⁴ along the slit.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blur does not move on any step, and the reason is on record: the dispersed image sits 12 mm from the order-0 image, so the slit corner's effective field height is about 32 mm, and the h⁴/r³ law predicts the measured 0.4 px rms.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routes buy it: size alone (0.74 ensquared at a 341 mm block, 1.1 m long, 83 L of glass) or the compact variant: a meniscus corrector in the air gap, solved together with the block offset and the grating radius, reaches the same at the 220 mm block — 63 % of the length, 27 % of the glass.</a:t>
            </a:r>
          </a:p>
        </p:txBody>
      </p:sp>
      <p:pic>
        <p:nvPicPr>
          <p:cNvPr id="6" name="Picture 5" descr="dyson5_s3fre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3398520"/>
            <a:ext cx="5394960" cy="21568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5573641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free-radius ladder: ensquared energy reaches the 0.75 rule only as the block grows to 341 mm.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compact variant, as traced by the engine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Step R4: the meniscus corrector in the air gap between the block and the grating; the design of record at a 220 mm block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prescription: challenges/dyson5/dyson5_s3_r4.in, nine elements: the block's flat face, its spherical face, the meniscus (two surfaces), the grating, and the return through the meniscus and block to the focal plane.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Bodies, rays and labels read back from the engine; apertures are not yet declared (the block draws as the beam's hull), which the clearance pass adds next.</a:t>
            </a:r>
          </a:p>
        </p:txBody>
      </p:sp>
      <p:pic>
        <p:nvPicPr>
          <p:cNvPr id="5" name="Picture 4" descr="dyson5_s3_r4_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0724" y="2606039"/>
            <a:ext cx="4750245" cy="38582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48258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the traced bundle and the solid bodies in 3-D.  Right: the dispersion plane (Y-Z).  Positions in metres, global frame.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compact variant in section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Dispersion plane and slit direction, to scale: block, meniscus, grating; slit and focal plane on the block's face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yson5_s3_layout_r4_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98448"/>
            <a:ext cx="11368735" cy="28952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1973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the dispersion plane, slit centre, rays at 380 / 1440 / 2500 nm (blue / green / red).  Right: the slit direction, slit centre and ends at 1440 nm; the focal plane in magenta.  Block shaded; 100 mm scale bar.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27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Sizes: block radius 220 mm (217 mm thick, 85 mm face), meniscus 4 mm thick at radii near 2 m, grating 269 mm across on a 0.69 m radius; slit plane to grating vertex 694 mm.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solve ends on its bounds (plate thickness and radii), and three solves from the same seed found a multimodal landscape; the global search over the meniscus is the next step.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compact variant, scored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Keystone 0.0026 px, smile 0.005 px, CRF 1.33 px, SRF 2.03 px, 76 % of the energy in one pixel, over the slit and the band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yson5_s3_maps_r4_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7652" y="1298448"/>
            <a:ext cx="5556391" cy="5000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317488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Engine-scored maps for R4 on 18 µm pixels, per slit position and wavelength: field-angle map, keystone, smile, SRF FWHM, CRF FWHM, ensquared energy; each convention on its colorbar, maxima in the labels.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trade at a glance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Distortion, response functions and ensquared energy per step, both records; the specification and the literature rules as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yson5_s3_trade_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98448"/>
            <a:ext cx="11368735" cy="45389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855649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keystone and smile maxima (log scale) against the 1 % rule.  Middle: CRF and SRF FWHM against the 1.5 px specification and the 2-px-slit floor.  Right: minimum ensquared energy in one pixel against the 0.75 rule.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propagation twin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far-field terminal on a reference sphere, re-posed per slit position and wavelength, agrees with the ray centroids to 0.0013 px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What it checks: the ray-side scorer's centroids and response functions against physical-optics propagation through the same decks; across a grating the comparison is made in phase (modulo λ), never as unwrapped lengths.</a:t>
            </a:r>
          </a:p>
        </p:txBody>
      </p:sp>
      <p:pic>
        <p:nvPicPr>
          <p:cNvPr id="5" name="Picture 4" descr="dyson5_s2w_twin_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2735" y="1970531"/>
            <a:ext cx="3426224" cy="43286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317488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the Offner at order 0, PSF (log scale) with the 18 µm pixel box, 85 % ensquared.  Middle: wave-minus-ray centroid over the slit and band, Offner and Dyson seeds.  Right: SRF and CRF from the propagated PSF at the slit centre.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Slit diffraction loss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36 µm slit at F/1.8: the engine's far-field leg against the sinc² closed form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yson5_s2l_slit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9166" y="1298448"/>
            <a:ext cx="7613362" cy="51658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8258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Loss past the grating versus wavelength: engine far-field leg (points) against the sinc² form (line).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74827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Under 2.5 % over the band by both; the engine runs above the closed form at the long end (2.48 % against 1.83 % at 2500 nm) and below it at the short end, and that factor is an open item in the record.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Next steps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Clearance on the design of record, the global meniscus search, and the telescope that feeds the slit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Apertures and clearance on R4: declare every element's aperture from the footprint hulls, compute the minimum clearance of every beam leg against every body it does not traverse, model the slit-to-detector package on the block's face (a fold prism if it fails), and re-pose the Offner reference at a 0.2 R slit offset.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Beat 4: a global search over the meniscus (the R4 solve ends on its bounds) and the native multi-wavelength optimizer with the same smile and keystone operands.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Beat 5, the telescope: EMIT parameters — 420 km, 60 m ground sample, 0.143 mrad IFOV, focal length 126 mm, 70 mm aperture at F/1.8, 24.6° cross-track field onto the 54 mm slit, telecentric and flat; the telescope's exit pupil on the grating.  Then spectrometer and telescope traced end to end as one deck.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Then the physical-optics twin on R4 and the radiometric chain against the band.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it yourself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parameter file, one runner, every stage through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298448"/>
            <a:ext cx="11368735" cy="935736"/>
          </a:xfrm>
          <a:prstGeom prst="rect">
            <a:avLst/>
          </a:prstGeom>
          <a:solidFill>
            <a:srgbClr val="FFFFFF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run('&lt;path&gt;/mmacos/mmacos_setup.m');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addpath('&lt;path&gt;/mmacos/challenges/dyson5');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OUT = dyson5_run();                                      % stage s0: the scaling law (engine-free)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OUT = dyson5_run(struct('stages', {{'s1','s2','s3'}}));  % emit, score, ladder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34391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Knobs live in dyson5_params.m (F-number, pixel, band, slit, block radius, ladder options); every record in this deck is a stage output under challenges/dyson5/.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Engine checks: ./run_mmacos_tests.sh tSpectrometerRx and the four grating / glass / propagation classes, all in the fast suite.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789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Diagnostics, the engine findings, and the conventions behind the main path.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Backup: four engine findings, each with a regression test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Found by the challenge's checks on 2026-09-30 and 10-01, fixed in the engine the same 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21545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8268"/>
                <a:gridCol w="2960254"/>
                <a:gridCol w="4216119"/>
                <a:gridCol w="1794093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finding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symptom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fix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test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glass names ignored at load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GlassElt= Silica element traced as air in every binding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glass catalog is blanked once at allocation, not on every load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tGlassDispersion (3)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vacuum wavelength inside glass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propagation leg in a medium ran at the wrong Fresnel number by 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every kernel takes λ/n of the leg's medium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tPropMedium (3): z in n ≡ z/n in vacuum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groove period along the surface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 / 3.3 px rms spectral blur at 2500 nm (Offner / Dyson)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local grating vector is the un-normalised projection of the ruling direction (chord-ruled)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tGratingImmersed (4), test_grating_chord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grating path-length jump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waves rms of pupil OPD where the rays converged to 0.05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jump is the groove count from the vertex along the ruling direction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tGratingOpl (2)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59930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Flat gratings are unchanged by the last two.  A fifth item, a short AsphCoef= line killing the host process, now pads with zero and warns (tRxShortAsph).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Backup: records and tools behind each slide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traces to a runner stage and its record file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5" cy="2806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7692"/>
                <a:gridCol w="1817116"/>
                <a:gridCol w="4634898"/>
                <a:gridCol w="2809029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slide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runner stage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tool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scaling law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s0 (engine-free)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dyson5_s0_scaling.txt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design/src/dyson_layout.m, dyson_scaling.m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traced (both forms)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dyson5_view_figs.m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_view3d.png, _viewyz.png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macos.view_rx on the deck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seed scored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s1 emit, s2 score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dyson5_s1.txt, dyson5_s2.txt, dyson5_s2_maps.png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spectrometer_geom.m, spectrometer_rx.m, spectrometer_score.m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chain vs engine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gate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tests/tSpectrometerRx.m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per-ray re-trace, 1e-9 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propagation twin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s2w (opt-in, model 512)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dyson5_s2w.txt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spectrometer_wave.m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departure ladder, R4, trade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s3, s3free, s3b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dyson5_s3.txt, dyson5_s3free.txt, dyson5_s3_trade.txt, dyson5_s3_layout_r.png, dyson5_s3_maps_r.png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dyson_ladder.m, dyson5_trade.m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slit loss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s2l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dyson5_s2l.txt, dyson5_s2l_slitloss.png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far-field leg vs sinc²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25081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Conventions behind the scaling law: block index n(silica, 1 µm) = 1.450417; in-glass marginal half-angle u = asin(1 / 2nF); field height h from the Dyson axis on the flat face; the slit corner is h = hypot(27 mm, 8 mm).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Backup: conventions pinned on the way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Engine facts the chain depends on, stated once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ChfRayPos is where rays start and must lie before the first surface; at load the engine folds zSource in once, after which it is the physical source.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macos.stop aims immediately and its first pass is one step short on this deck (3.6 mrad): declare the stop first, then write the exact chief ray.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Return coincident with the focal plane drops the rays; use a Reference upstream.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An immersed grating carries its glass on its own element: the grating branch takes the exit index from the element as written.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ray_info_get returns the outgoing direction at the traced element.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Centre of curvature is the vertex plus |Kr| along psiElt; KrElt is stored as −|R|.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7462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Reference document: optical_design/SPECTROMETER_DESIGN_REFERENCE.md (forms, conditions, metrics, references).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