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Two forms: Dyson and Offner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Next: the compact variant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forms: Dyson and Offner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exact ray-trace chain lays out both; the Dyson is the challenge, the Offner the all-reflective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Dyson: a silica block whose flat face carries the slit and the focal plane, a concave grating concentric with the block's spherical face; the JPL flight form (EMIT, CWIS, ALIS).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Offner: concave mirror, convex grating at the common centre, concave mirror; all in air, so it is also where the physical-optics twin is validated first.</a:t>
            </a:r>
          </a:p>
        </p:txBody>
      </p:sp>
      <p:pic>
        <p:nvPicPr>
          <p:cNvPr id="5" name="Picture 4" descr="dyson5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407" y="2606039"/>
            <a:ext cx="8088879" cy="3528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5238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two forms as laid out by the exact chain, dispersion plane: slit (circle) to focal plane (square), rays at 380 / 1440 / 2500 nm.  Left, the Dyson: silica block, air gap, concave grating at the stop.  Right, the Offner: concave mirror twice, convex grating at the stop.  A chain sketch; deck-standard layouts (block outline, element arcs, mm axes) arrive with the compact variant.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These maps predate the grating fixes of 2026-10-01: the SRF ramp with wavelength is the groove-period defect, not the design; the re-scored maps replace this figure.</a:t>
            </a:r>
          </a:p>
        </p:txBody>
      </p:sp>
      <p:pic>
        <p:nvPicPr>
          <p:cNvPr id="5" name="Picture 4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763" y="2358390"/>
            <a:ext cx="6742168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nine-fold at fixed scale; smile and SRF stay at their floors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"/>
                <a:gridCol w="6641795"/>
                <a:gridCol w="1090676"/>
                <a:gridCol w="872744"/>
                <a:gridCol w="1090676"/>
                <a:gridCol w="123596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0.86 mm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 px on every step: the floor set by the 2-pixel slit.  Records dyson5_s3.txt; the free-radius variant in dyson5_s3free.txt.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(the free-radius variant reaches 0.74 ensquared at a 341 mm block) or the literature's compact variant, a separate mirror and a meniscus — the next step.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00228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7740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Next: the compact variant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 under the identical operands and scorer, so the trade is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R4: the compact Dyson of the review — a separate mirror and a meniscus — solved on the same chain with the same smile and keystone operands, emitted and engine-scored like every other step.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trade table: R3 (de-concentred block at 220 mm), the free-radius block (341 mm), and R4, on keystone, smile, CRF, SRF, ensquared energy, length, footprint, element count and glass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the chosen design: PSF centroids against ray centroids, SRF and CRF from the propagated PSF, the slit-width diffraction loss against the sinc² closed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native multi-wavelength optimizer with the same operands, to confirm the chain's optimum from the engine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06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Across a grating the wavefront is defined only modulo λ (the groove staircase); every OPD comparison in the twin is made in phase or on the complex field, never as unwrapped lengths.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records and tools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traces to a runner stage and its record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472"/>
                <a:gridCol w="1817116"/>
                <a:gridCol w="3733853"/>
                <a:gridCol w="407329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runner 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scaling law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s0 (engine-free)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dyson5_s0_scaling.txt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design/src/dyson_layout.m, dyson_scaling.m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forms, seed scored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emit, s2 score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dyson5_s1.txt, dyson5_s2.txt, dyson5_s2_maps.png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spectrometer_geom.m, spectrometer_rx.m, spectrometer_score.m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chain vs engine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tests/tSpectrometerRx.m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per-ray re-trace, 1e-9 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propagation twin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s2w (opt-in, model 512)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dyson5_s2w.txt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spectrometer_wave.m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departure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s3, s3free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dyson5_s3.txt, dyson5_s3free.txt, dyson5_s3*_ladder.png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dyson_ladder.m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21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Conventions behind the scaling law: block index n(silica, 1 µm) = 1.450417; in-glass marginal half-angle u = asin(1 / 2nF); field height h from the Dyson axis on the flat face; the slit corner is h = hypot(27 mm, 8 mm).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