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Next steps</a:t>
            </a:r>
          </a:p>
          <a:p>
            <a:pPr>
              <a:spcAft>
                <a:spcPts val="600"/>
              </a:spcAft>
            </a:pPr>
            <a:r>
              <a:rPr sz="1200" b="0">
                <a:solidFill>
                  <a:srgbClr val="282828"/>
                </a:solidFill>
                <a:latin typeface="Arial"/>
              </a:rPr>
              <a:t>•  26 Run it yourself</a:t>
            </a:r>
          </a:p>
          <a:p>
            <a:pPr>
              <a:spcAft>
                <a:spcPts val="600"/>
              </a:spcAft>
            </a:pPr>
            <a:r>
              <a:rPr sz="1200" b="0">
                <a:solidFill>
                  <a:srgbClr val="282828"/>
                </a:solidFill>
                <a:latin typeface="Arial"/>
              </a:rPr>
              <a:t>•  27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block cap + meniscus.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Beat 5, the telescope: EMIT parameters — 420 km, 60 m ground sample, 0.143 mrad IFOV, focal length 126 mm, 70 mm aperture at F/1.8, 24.6° cross-track field onto the 54 mm slit, telecentric and flat; the telescope's exit pupil on the grating.  Then spectrometer and telescope traced end to end as one deck.</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six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846195"/>
        </p:xfrm>
        <a:graphic>
          <a:graphicData uri="http://schemas.openxmlformats.org/drawingml/2006/table">
            <a:tbl>
              <a:tblPr firstRow="1" bandRow="1">
                <a:tableStyleId>{5C22544A-7EE6-4342-B048-85BDC9FD1C3A}</a:tableStyleId>
              </a:tblPr>
              <a:tblGrid>
                <a:gridCol w="991903"/>
                <a:gridCol w="5086682"/>
                <a:gridCol w="2899408"/>
                <a:gridCol w="2390740"/>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65722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