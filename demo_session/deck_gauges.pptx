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43 Run it yourself</a:t>
            </a:r>
          </a:p>
          <a:p>
            <a:pPr>
              <a:spcAft>
                <a:spcPts val="600"/>
              </a:spcAft>
            </a:pPr>
            <a:r>
              <a:rPr sz="1200" b="0">
                <a:solidFill>
                  <a:srgbClr val="282828"/>
                </a:solidFill>
                <a:latin typeface="Arial"/>
              </a:rPr>
              <a:t>•  44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7229475"/>
        </p:xfrm>
        <a:graphic>
          <a:graphicData uri="http://schemas.openxmlformats.org/drawingml/2006/table">
            <a:tbl>
              <a:tblPr firstRow="1" bandRow="1">
                <a:tableStyleId>{5C22544A-7EE6-4342-B048-85BDC9FD1C3A}</a:tableStyleId>
              </a:tblPr>
              <a:tblGrid>
                <a:gridCol w="1962404"/>
                <a:gridCol w="5148308"/>
                <a:gridCol w="2180336"/>
                <a:gridCol w="509524"/>
                <a:gridCol w="1568162"/>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657225">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657225">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65722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 at the seed station 10.8 mm past the focus (the null-tuned station 39.8 mm back bowled the pupil image; slide 15)</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DM, 9.8 mm across on the full 96 mm beam (7.8 mm on the record's 77 mm beam), 38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1500 raw pixels across the 9.8 mm pupil image, binned 4 to 377 (26 µm); or a 24 µm-pixel camera unbinned (408 across); both to be priced by the runner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8674227"/>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4272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Expected movement: the lens rig's rows and station figure improve; the pupil image grows to 9.8 mm; all 96×96 actuators in the lit set; the mirror rig's rows move only with the beam.</a:t>
            </a:r>
          </a:p>
        </p:txBody>
      </p:sp>
      <p:sp>
        <p:nvSpPr>
          <p:cNvPr id="6" name="TextBox 5"/>
          <p:cNvSpPr txBox="1"/>
          <p:nvPr/>
        </p:nvSpPr>
        <p:spPr>
          <a:xfrm>
            <a:off x="6400800" y="4867656"/>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Plan: BRIEF_to_tg_redo.md (packages A0, A, B, C); tools tg96_pupilsim, tg96_pupil_options, tg96_pupil_s2s.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