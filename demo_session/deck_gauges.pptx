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4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400" b="0">
                <a:solidFill>
                  <a:srgbClr val="282828"/>
                </a:solidFill>
                <a:latin typeface="Arial"/>
              </a:rPr>
              <a:t>•  What package A did here: the lens rig's image went flat (0.5 µm of defocus against 3.8 mm) and its distortion fell 2.8×; the mirror rig's went the other way (edge 0.85 → 1.19 mm), the OAP pair's mapping, and why the distortion gate was withdrawn.</a:t>
            </a:r>
          </a:p>
          <a:p>
            <a:pPr>
              <a:spcAft>
                <a:spcPts val="600"/>
              </a:spcAft>
            </a:pPr>
            <a:r>
              <a:rPr sz="14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6400800" y="633298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Blur grew on both rigs against the record because the beam now fills the DM: it lit 77 / 82 mm of 96, leaving the edge zones, where the walk is largest, out of that average.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and on the redo bench the camera sits AT the pupil image on both rigs — the detector move the record needed is gone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394460"/>
        </p:xfrm>
        <a:graphic>
          <a:graphicData uri="http://schemas.openxmlformats.org/drawingml/2006/table">
            <a:tbl>
              <a:tblPr firstRow="1" bandRow="1">
                <a:tableStyleId>{5C22544A-7EE6-4342-B048-85BDC9FD1C3A}</a:tableStyleId>
              </a:tblPr>
              <a:tblGrid>
                <a:gridCol w="2147731"/>
                <a:gridCol w="542544"/>
                <a:gridCol w="542544"/>
                <a:gridCol w="542544"/>
                <a:gridCol w="933796"/>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redo bench</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 redo bench</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r h="434340">
                <a:tc>
                  <a:txBody>
                    <a:bodyPr wrap="square"/>
                    <a:lstStyle/>
                    <a:p>
                      <a:r>
                        <a:rPr sz="1000" b="0">
                          <a:solidFill>
                            <a:srgbClr val="282828"/>
                          </a:solidFill>
                          <a:latin typeface="Arial"/>
                        </a:rPr>
                        <a:t>lens rig, the record's tuned tail (superseded)</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bowl is gone.  On the record's tuned tail the image was a surface the camera sat 2.6 mm ahead of on axis and 6 at the edge, because that tail was tuned on the flat-mirror null, which cannot see pupil defocus.  On the redo bench the best detector move is −0.00 mm: there is nothing left to correct, and the band-edge phase is 0.000 rad rms on lenses, 0.013 on mirrors.</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61162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redo decks = package A's gate record, 2026-09-17; run it yourself: tg96_pupil_batch.sh both).  The superseded row is the record's tuned tail, kept so the gain is legible;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