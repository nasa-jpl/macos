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  The reflective front end has been redesigned on it (2026-09-15) and its rows are being re-measured; the lenses-versus-mirrors comparison is provisional.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the light per cycle that holds 3 pm rms,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440305"/>
        </p:xfrm>
        <a:graphic>
          <a:graphicData uri="http://schemas.openxmlformats.org/drawingml/2006/table">
            <a:tbl>
              <a:tblPr firstRow="1" bandRow="1">
                <a:tableStyleId>{5C22544A-7EE6-4342-B048-85BDC9FD1C3A}</a:tableStyleId>
              </a:tblPr>
              <a:tblGrid>
                <a:gridCol w="1235964"/>
                <a:gridCol w="3790407"/>
                <a:gridCol w="6342364"/>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845820">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folds polarize: bare aluminum at these angles gives the vector reading a 0.1 rad channel error, at the edge of what its calibration removes (a quarter-wave overcoat should fix it); 10 µrad of mirror tilt moves the null 95-103 nm; on a 120 nm surface the reading folds over, which the lens rig's does not (being re-run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reads 0.99 / 2.4 pm and 0.99 / 161 pm with the lens rig's own cross-talk (0.006-0.02); the pinhole recovers; the vector pair and the interferometer servo are being re-measured</a:t>
                      </a:r>
                    </a:p>
                  </a:txBody>
                  <a:tcPr marL="54864" marR="54864" marT="18288" marB="18288">
                    <a:solidFill>
                      <a:srgbClr val="FFFFFF"/>
                    </a:solidFill>
                  </a:tcPr>
                </a:tc>
              </a:tr>
            </a:tbl>
          </a:graphicData>
        </a:graphic>
      </p:graphicFrame>
      <p:sp>
        <p:nvSpPr>
          <p:cNvPr id="9" name="TextBox 8"/>
          <p:cNvSpPr txBox="1"/>
          <p:nvPr/>
        </p:nvSpPr>
        <p:spPr>
          <a:xfrm>
            <a:off x="411480" y="6317361"/>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rows are being re-measured.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performance is being measured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a:p>
            <a:pPr>
              <a:spcAft>
                <a:spcPts val="600"/>
              </a:spcAft>
            </a:pPr>
            <a:r>
              <a:rPr sz="1200" b="0">
                <a:solidFill>
                  <a:srgbClr val="282828"/>
                </a:solidFill>
                <a:latin typeface="Arial"/>
              </a:rPr>
              <a:t>•  Open: the interferometer's rows, servo and descent, and the three sensors on this rig, are running (TO).  Their numbers replace the record's on the previous slide when they land.</a:t>
            </a:r>
          </a:p>
        </p:txBody>
      </p:sp>
      <p:sp>
        <p:nvSpPr>
          <p:cNvPr id="8" name="TextBox 7"/>
          <p:cNvSpPr txBox="1"/>
          <p:nvPr/>
        </p:nvSpPr>
        <p:spPr>
          <a:xfrm>
            <a:off x="6400800" y="6344412"/>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loss, loss_src, conj, zseat, oap22d, oapdraw3, oap22d_tail; tg_psi_dm96_oap/REPORT_reflective.md (TO, 2026-09-15).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on the record; the redesigned mirror rig (fed at its focus, 22.5°) removes what walled the servo and broke the pinhole, and its rows are running.  If they match the lens rig's, the mirrors are the budget choice with no penalty.</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(the 22.5° bench).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937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