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891" y="1298448"/>
            <a:ext cx="1023391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70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870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641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reference, fed to the pixels' transfer gates; the camera is drawn as the chain inside one pixel (slide 6: photodiode → gates → nodes → A − B, C − D) in series with the frame grabber; the processing is atan2(Q, I) per sample,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60031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