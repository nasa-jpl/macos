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0909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format stage's first 1.1 s counted four full wells per sample; a true I/Q sample integrates into one store — corrected by the lock-in reading itself);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8911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29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100" b="0">
                <a:solidFill>
                  <a:srgbClr val="282828"/>
                </a:solidFill>
                <a:latin typeface="Arial"/>
              </a:rPr>
              <a:t> the vector Zernike is cheapest in photons by ~50× and needs no stabilities of its own — but on the assumed polarization camera it is the slowest in time (~60 s per cycle);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reading on the table (0.125 s; records)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 — with the fiber term inert.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  </a:t>
            </a:r>
            <a:r>
              <a:rPr sz="11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COPHI, with the lock-in the fastest by 20–500×;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644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