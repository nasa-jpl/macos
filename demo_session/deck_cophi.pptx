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14–15)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9320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sz="1500" b="0">
                <a:solidFill>
                  <a:srgbClr val="282828"/>
                </a:solidFill>
                <a:latin typeface="Arial"/>
              </a:rPr>
              <a:t>; a verified well-free device (continuous, or I/Q ≥ 10 kHz) at the sheet's own 2.5 × 10⁹ e⁻/s per element would be ~18 pm per sample, ~0.34 s per pm — 10× the capped form; that is what the vendor question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5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13).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10).  What resolution buys, and what it costs each gauge, is slide 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3089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62356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2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29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 (mirror rig, median-fill convention): </a:t>
            </a:r>
            <a:r>
              <a:rPr sz="1200" b="1">
                <a:solidFill>
                  <a:srgbClr val="282828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zero wrong orders to 480 nm rms, 0.12 nm per pixel; temporal unwrapping at 1 kHz tolerates 158 µm/s at the peak pixel.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are TO's records on an IMX250MZR-class camera (2448 × 2048, 75 fps; well ~10 ke⁻ and read 2.4 e⁻ unconfirmed; the IFO's four analyzer frames in one exposure; S and P on the mono variant at 18.8 readings/s).  The sensors are 10–40× slower than photons ÷ full-sensor rate would say: the ZWFS image's bright core sets the exposure (dynamic range), the frame mean sits at half well, and two polarization orientations go unused — the IFO's uniform pupil does not pay those.  Parts counts and TRL to follow (campaign brief sec. 9.1).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100" b="0">
                <a:solidFill>
                  <a:srgbClr val="282828"/>
                </a:solidFill>
                <a:latin typeface="Arial"/>
              </a:rPr>
              <a:t> the vector Zernike is cheapest in photons by ~50× and needs no stabilities of its own — but on the assumed polarization camera it is the slowest in time (~60 s per cycle);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reading on the table (0.125 s; records)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 — with the fiber term inert.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  </a:t>
            </a:r>
            <a:r>
              <a:rPr sz="11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COPHI, with the lock-in the fastest by 20–500×;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644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17); the polarization-camera timings through the noise hook (slide 16).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