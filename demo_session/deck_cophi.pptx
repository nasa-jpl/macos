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COPHI as the Fifth DM Gauge Bench Sensor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 — and a faster alternative using lock-in detectors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proposal, in one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camera, and an array detector providing many parallel channels to resolve 96 × 96 actuators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Layout:</a:t>
            </a:r>
            <a:r>
              <a:rPr sz="1200" b="0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 – see next slide.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Algorithm:</a:t>
            </a:r>
            <a:r>
              <a:rPr sz="1200" b="0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Main purpose: stabilize the DM!</a:t>
            </a:r>
            <a:r>
              <a:rPr sz="1200" b="0">
                <a:solidFill>
                  <a:srgbClr val="282828"/>
                </a:solidFill>
                <a:latin typeface="Arial"/>
              </a:rPr>
              <a:t>  Run each DM in a local loop to hold it — our job 3.  For us to figure out: the camera, the photon budget, the error terms, estimated performance.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Built on our DM Gauge bench:</a:t>
            </a:r>
            <a:r>
              <a:rPr sz="1200" b="0">
                <a:solidFill>
                  <a:srgbClr val="282828"/>
                </a:solidFill>
                <a:latin typeface="Arial"/>
              </a:rPr>
              <a:t> the bench with mirror and lens layouts, the 96 × 96 DM, swappable sensors: the core Twyman-Green interferometer (IFO), scalar and vector Zernike wavefront sensors (ZWFS), point-diffraction interferometers.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same scoring:</a:t>
            </a:r>
            <a:r>
              <a:rPr sz="1200" b="0">
                <a:solidFill>
                  <a:srgbClr val="282828"/>
                </a:solidFill>
                <a:latin typeface="Arial"/>
              </a:rPr>
              <a:t> on a 30 nm working surface, the response matrix measured through the reading, the hold loop, the capture ladder, the photon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new: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Local Oscillator (LO)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absent: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IFO carries (0.983–1.004) does not exist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50749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singl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914400" y="1225296"/>
            <a:ext cx="10552176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475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Feng's four-frame method, one-color version, for the hold job.</a:t>
            </a:r>
            <a:r>
              <a:rPr sz="1500" b="0">
                <a:solidFill>
                  <a:srgbClr val="282828"/>
                </a:solidFill>
                <a:latin typeface="Arial"/>
              </a:rPr>
              <a:t>  Every box is a component of the TG96 DM Gauge bench.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135331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camera rows name the surveyed parts; the lock-in alternative has its own diagram (slide 7).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Our implementation of Feng's approach: the choices, in one table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layout kept where he specified it, each unspecified part fixed by a bench number; the lock-in camera (next slide) changes the camera, the beat and the trigger chain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4497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828"/>
                <a:gridCol w="1533107"/>
                <a:gridCol w="6094103"/>
                <a:gridCol w="2069695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Feng's proposal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our implementation (what the model runs)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single-frequency, λ unstated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632.8 nm, the record bench's; a 1.3 µm row for InGaAs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four gauges' surface, matrix and photon rows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RF and timing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AOMs 80 MHz / 80 MHz + 7.5 Hz, 10 MHz Rb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proposed; camera trigger on the same reference, 30 fps = 4 × 7.5 Hz; jitter a knob, nominal 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frequency-set steps on one clock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buckets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frames per 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each frame integrates a quarter cycle: contrast × 0.900; N &gt; 4 = the least-squares backup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four-step, with the bucket priced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local oscillator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fiber LO before the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fiber tip + collimator at the reference flat's seat (slide 9); LO/test ~1, contrast 0.98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seat registers on both rigs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beam train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polarization, plain splitter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plain splitter scored; the polarizing train priced beside it (same pm, ×1.5 laser)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analyzer: no polarization gain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30 fps array, part unstated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surveyed rows, read noise in each: baseline 1k² 60 ke⁻ 30 fps; Photonfocus 200 ke⁻ 150 fps (the "Feng's camera" row); pco.edge GS;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well × frame rate decides (slide 14)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exposure, resolution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96 × 96 resolved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frame mean at half the well; model 3.3 px per actuator, real cameras 5–21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oversampling costs no photons (slide 11)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reconstruction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atan2 four-step; surface = φλ/4π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same about the bucket centers; LO-only annulus median-filled; unknowns = control set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record's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errors, hold,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"stabilize the DM"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walk, jitter, LO drift, shot + read noise, the record's drifts (slide 15); the record's loop at the camera's cadence; two colors from cold (slides 16–17)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gauges' loop and ladder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424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Sheet cophi_params.m (every row is a field there); records in the footnotes of the slides cited; detector rows from NOTE_detectors_survey.md (web, unverified).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lock-in camera: COPHI's algorithm built into the sensor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camera takes four frames per beat and the computer demodulates; a lock-in camera demodulates in every pixel at a kHz beat and reads the whole lattice in a second — same optics, same RF chain; its rows run through every table that follows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Ruling:</a:t>
            </a:r>
            <a:r>
              <a:rPr sz="1400" b="0">
                <a:solidFill>
                  <a:srgbClr val="282828"/>
                </a:solidFill>
                <a:latin typeface="Arial"/>
              </a:rPr>
              <a:t> every mode we care about (EFC probes included) runs at full actuator resolution — so the second implementation is a per-pixel demodulating reading at ≥ 1 element per actuator, assumed to exist.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Lock-in</a:t>
            </a:r>
            <a:r>
              <a:rPr sz="1400" b="0">
                <a:solidFill>
                  <a:srgbClr val="282828"/>
                </a:solidFill>
                <a:latin typeface="Arial"/>
              </a:rPr>
              <a:t> = synchronous detection inside each pixel: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photocurrent is multiplied by the beat reference and by its 90°-shifted copy, and integrated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stores are I = I₀γ cos φ (in-phase) and Q = I₀γ sin φ (quadrature) — not intensities; φ = atan2(Q, I)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DC term never reaches the well; I and Q leave at the frame rate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Surveyed (unverified):</a:t>
            </a:r>
            <a:r>
              <a:rPr sz="1400" b="0">
                <a:solidFill>
                  <a:srgbClr val="282828"/>
                </a:solidFill>
                <a:latin typeface="Arial"/>
              </a:rPr>
              <a:t> Heliotis heliCam C4 / C4M — 542 × 512 (1024 × 1102), lock-in 1–250 kHz, 500 ke⁻ well, 2 × 10-bit I/Q, external reference; one vendor, four generations.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also ranked: 128² CMOS at 20–40 kfps, time-of-flight demodulators, digital-pixel ROICs, coherent photonic arrays; not fit: SPAD / Geiger arrays (count-rate ceilings)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8" cy="38176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5745"/>
                <a:gridCol w="840420"/>
                <a:gridCol w="3388793"/>
              </a:tblGrid>
              <a:tr h="6057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 two implementations, same optics and RF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Feng's camera (Photonfocus row)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 kHz (1–250 kHz)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what leaves the sensor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 frames per beat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I/Q (in-phase / quadrature) per pixel at 1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pixels per actuator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per-reading noise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39.5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57.9 / 61.1 pm per 1 ms sample, mirror / lens (63 / 66 at 100 e⁻ read)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seconds per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lens; 4.0 / 4.4 at 100 e⁻ read); ×1.23 in time for the two-tap square wave; well-capped at the I/Q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if well-free: 10⁹ / 10¹⁰ e⁻/s per element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0.84 / 0.084 s (0.34 at 2.5 × 10⁹); analytic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loop latency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beat, 133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I/Q sample, 1 ms (one 0.125 s cycle as the loop's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0624" y="484632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The lock-in is ~12× the Photonfocus and ~110× Feng's baseline.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 well-free device (continuous, or I/Q ≥ 10 kHz) at 2.5 × 10⁹ e⁻/s per element: ~18 pm per sample, ~0.34 s per pm — 10× better again; that is what the vendor question decides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Questions for the vendor:</a:t>
            </a:r>
            <a:r>
              <a:rPr sz="1400" b="0">
                <a:solidFill>
                  <a:srgbClr val="282828"/>
                </a:solidFill>
                <a:latin typeface="Arial"/>
              </a:rPr>
              <a:t> do the nodes hold the full DC before A − B is formed, or only the difference (slide 6)? is the 1 MSa/s internal sampling an analog accumulation read once per output sample? phase noise per pixel vs flux at t_c = 100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format (runs/format_lens_plain); NOTE_lockin_arrays_survey.md (web survey, every number sourced, none verified by us).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the lock-in detector works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pixel sorts its photoelectrons into two storage nodes by a square-wave reference at the beat frequency; the node difference IS the lock-in product, formed before any readout — Feng's four-step inside the pixel, integrated over thousands of cycles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id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28600" y="1188720"/>
            <a:ext cx="11905488" cy="45994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577900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reference:</a:t>
            </a:r>
            <a:r>
              <a:rPr sz="1200" b="0">
                <a:solidFill>
                  <a:srgbClr val="282828"/>
                </a:solidFill>
                <a:latin typeface="Arial"/>
              </a:rPr>
              <a:t> a square wave at the beat f_b = |f₁ − f₂| (5 kHz), locked to the AOMs through the Rb clock, fed to the camera's reference input — one clock; software does only atan2(Q, I).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ADC is on chip:</a:t>
            </a:r>
            <a:r>
              <a:rPr sz="1200" b="0">
                <a:solidFill>
                  <a:srgbClr val="282828"/>
                </a:solidFill>
                <a:latin typeface="Arial"/>
              </a:rPr>
              <a:t> readouts are digital I and Q.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82512" y="5788152"/>
            <a:ext cx="57332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Against a frame 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N cycles per sample, not 1 sample per quarter cycle.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well empties every 1 ms sample — 5 × 10⁸ e⁻/s per pixel usable vs the Photonfocus's 3 × 10⁷ (200 ke × 150 fps); that 17× in photons is most of 42 → 3.4 s per pm (the vendor's drain question: slide 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6601968"/>
            <a:ext cx="7452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make_cophi_lid_fig.py; the pixel is CSEM's demodulation pixel (Lange &amp; Seitz 2001), the heliCam's "dual-phase lock-in".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with a lock-in camera: the block diagram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Same laser, fibers, LO and bench; the beat moves to 5 kHz and goes to the camera's reference input; no frame trigger, no bucket; I/Q frames at 1 kHz go straight to the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lockin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057400" y="1499616"/>
            <a:ext cx="9948672" cy="5010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What changes from slide 3:</a:t>
            </a:r>
            <a:r>
              <a:rPr sz="1500" b="0">
                <a:solidFill>
                  <a:srgbClr val="282828"/>
                </a:solidFill>
                <a:latin typeface="Arial"/>
              </a:rPr>
              <a:t> synthesizer 2 at 80 MHz + 5 kHz; the trigger chain becomes the 5 kHz reference to the pixels' gates; the camera is one pixel's chain (slide 6) ending in the sensor's ADCs — digital I/Q out to a GigE receiver; atan2(Q, I) per sample.  Fiber, LO, loop unchanged.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2057400"/>
            <a:ext cx="5715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651052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 (lock-in variant); the pixel chain's inputs and outputs are slide 6's.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reading's algebra, pinned before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the camera records, how the phase and the surface come out, and what the gate measured: the quarter-cycle integration costs 10 % of contrast, a step error is not cured by more frames, read noise is in the photon law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1152144"/>
            <a:ext cx="11585448" cy="36484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029200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Integrating bucket (1)–(2):</a:t>
            </a:r>
            <a:r>
              <a:rPr sz="1200" b="0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a quarter cycle.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phase is kept (referred to the bucket center ᾱ_k); the amplitude shrinks by sinc(π/4) = </a:t>
            </a:r>
            <a:r>
              <a:rPr sz="1050" b="1">
                <a:solidFill>
                  <a:srgbClr val="6E6E6E"/>
                </a:solidFill>
                <a:latin typeface="Arial"/>
              </a:rPr>
              <a:t>0.900</a:t>
            </a:r>
            <a:r>
              <a:rPr sz="1050" b="0">
                <a:solidFill>
                  <a:srgbClr val="6E6E6E"/>
                </a:solidFill>
                <a:latin typeface="Arial"/>
              </a:rPr>
              <a:t>; nothing else changes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Phase (3):</a:t>
            </a:r>
            <a:r>
              <a:rPr sz="1200" b="0">
                <a:solidFill>
                  <a:srgbClr val="282828"/>
                </a:solidFill>
                <a:latin typeface="Arial"/>
              </a:rPr>
              <a:t> a least-squares fit of the N frames to a + b cos ᾱ_k + c sin ᾱ_k.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for N = 4 it is Feng's atan2 exactly (his sign is for cos(φ + 2πft))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5720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Step error (5):</a:t>
            </a:r>
            <a:r>
              <a:rPr sz="1200" b="0">
                <a:solidFill>
                  <a:srgbClr val="282828"/>
                </a:solidFill>
                <a:latin typeface="Arial"/>
              </a:rPr>
              <a:t> steps of D(1 + ε) instead of D give a phase error (ε/2) sin 2φ — a ripple at twice the fringe frequency (Schwider 1983, Creath 1988).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more buckets do not cure it: an 8-bucket fit with the same step error is 1.43× worse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knowing the steps does: the fit at the true ᾱ_k is exact, and a Rb-clocked scan knows them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Photons (6):</a:t>
            </a:r>
            <a:r>
              <a:rPr sz="1200" b="0">
                <a:solidFill>
                  <a:srgbClr val="282828"/>
                </a:solidFill>
                <a:latin typeface="Arial"/>
              </a:rPr>
              <a:t> shot noise ∝ 1/√I₀ (measured slope −0.500 ± 0.02 over two decades); read noise adds in quadrature.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 fiber walk or trigger jitter within a scan passes through at 0.13 of its size, with 4 or 8 buckets alike — no algorithmic cure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30224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fiber tip and collimator, its powered face at the reference flat's seat, on both rigs; it registers to a pixel and the flat-DM null is sub-nanometer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ayout_l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8448"/>
            <a:ext cx="5806440" cy="1906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222834"/>
            <a:ext cx="580644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Lens rig from above: source arm red (fiber tip at left, collimator L1); LO leg purple, from its fiber tip (right) through the LO collimator at the reference flat's seat to the beamsplitter; test arm to the DM blue; camera leg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1871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Registration: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chief ray 0.000 px on both rigs; the LO overfills the test pupil by 34 px (radius ratio 1.215).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Null on the flat DM:</a:t>
            </a:r>
            <a:r>
              <a:rPr sz="1200" b="0">
                <a:solidFill>
                  <a:srgbClr val="282828"/>
                </a:solidFill>
                <a:latin typeface="Arial"/>
              </a:rPr>
              <a:t> lens rig 0.000 nm; mirror rig 0.746 nm rms, mostly tilt.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 collimator's own wavefront, frozen into the null as the IFO freezes its reference; its motion is the LO-drift row (slide 15)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Contrast:</a:t>
            </a:r>
            <a:r>
              <a:rPr sz="1200" b="0">
                <a:solidFill>
                  <a:srgbClr val="282828"/>
                </a:solidFill>
                <a:latin typeface="Arial"/>
              </a:rPr>
              <a:t> 0.982 at LO/test power 1.47, as 2√r/(1 + r) says.</a:t>
            </a:r>
          </a:p>
        </p:txBody>
      </p:sp>
      <p:pic>
        <p:nvPicPr>
          <p:cNvPr id="7" name="Picture 6" descr="cophi_layout_o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2353" y="1298448"/>
            <a:ext cx="4591853" cy="21838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500628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Mirror rig from above: source arm red; LO leg purple, from its fiber tip (right) through the LO collimator at the reference flat's seat to the beamsplitter; test arm to the DM blue; camera leg green (OAP1 collimates, OAP2 focuses)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0965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findings for any traced LO: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tail places the detector field by ray index, not camera position (null 681 nm by index, 0.45 nm by position) — the LO is placed by position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plain mirror train had kept a source trim solved with the polarizer plate: OAP1 fed off focus (84 nm defocus) — now trimmed to zero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trains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and Feng's plain splitter read the same picometers (the camera is well-bound); the polarizing train costs light only (throughput 0.271 vs 0.408, ×1.5 laser).  The plain splitter is scored.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bench (runs/bench_{lens,oap}; the layouts = bench_{lens,oap}_vlayout.png, the engine's own renders), gate tCophiBench 9/9 (registration, poke 1.001 converged, LO tilt, no-fringe refused by name, dark camera refused).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stations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71" y="1298448"/>
            <a:ext cx="9604553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shown:</a:t>
            </a:r>
            <a:r>
              <a:rPr sz="1500" b="0">
                <a:solidFill>
                  <a:srgbClr val="282828"/>
                </a:solidFill>
                <a:latin typeface="Arial"/>
              </a:rPr>
              <a:t> camera grid 1024 × 1024, pupil 315 px across — </a:t>
            </a:r>
            <a:r>
              <a:rPr sz="1500" b="1">
                <a:solidFill>
                  <a:srgbClr val="282828"/>
                </a:solidFill>
                <a:latin typeface="Arial"/>
              </a:rPr>
              <a:t>3.3 pixels per actuator across, ~11 per actuator in area</a:t>
            </a:r>
            <a:r>
              <a:rPr sz="1500" b="0">
                <a:solidFill>
                  <a:srgbClr val="282828"/>
                </a:solidFill>
                <a:latin typeface="Arial"/>
              </a:rPr>
              <a:t> (6948 lit actuators on ~77,900 pupil pixels).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every real camera on the table samples finer (5–21 px per actuator, slide 11); what resolution buys and costs is slide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659373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Resolution and timing,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model samples the pupil at 3.3 pixels per actuator; every camera on the table oversamples the 96 × 96 lattice, so resolution costs no photons — the time to a picometer is well depth × frame rate, not pixel 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183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4888"/>
                <a:gridCol w="1313974"/>
                <a:gridCol w="1771009"/>
                <a:gridCol w="1771009"/>
                <a:gridCol w="3027854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sensor /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across the pupil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per actuator (96 across)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per pm (SNR 1 at 1 pm)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model's grid (both rigs, 1024 grid; the station figure)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Feng's camera, 1k², 60 ke, 30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Photonfocus 1024², 200 ke, 150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pco.edge 5.5 in GS mode, 2560 × 2160, 30 ke, 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at 1.3 µm, C-RED 2, 640 × 512 (placeholder at 632.8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~480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C4, 542 × 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I/Q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(well-capped at 1 kHz; ×1.11 square-wave)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C4M, 1024 × 1102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(C4 pixel assumed)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 (well × rate per element)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6280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is free down to ~1.5 pixels per actuator:</a:t>
            </a:r>
            <a:r>
              <a:rPr sz="1500" b="0">
                <a:solidFill>
                  <a:srgbClr val="282828"/>
                </a:solidFill>
                <a:latin typeface="Arial"/>
              </a:rPr>
              <a:t> a camera's photons per second are pixels × well × rate over the pupil; binning finer pixels onto the lattice changes only the read noise per sample.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measured (slide 20): 1 px per actuator fails the single-actuator row, 1.5–2 px holds at 1.6–2× the time, 3.3 and 4 are the same — 5 px per actuator is the floor on this table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nothing coarser is modeled (ruling: every mode of interest is commanded at full actuator resolution)</a:t>
            </a:r>
          </a:p>
          <a:p>
            <a:pPr marL="0" indent="0"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Cameras were put on the model grid by binning</a:t>
            </a:r>
            <a:r>
              <a:rPr sz="1500" b="0">
                <a:solidFill>
                  <a:srgbClr val="282828"/>
                </a:solidFill>
                <a:latin typeface="Arial"/>
              </a:rPr>
              <a:t> (well × k², read × k): the pm-per-reading rows are the full camera's photons at the model's sampling.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2823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and format; the pupil in pixels is the camera's short side filled by the pupil image (the tail's magnification is set for it); the model's 315 px = 157.45 px radius (stage bench).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much resolution? IFO, vector ZWFS, HET — the sweep's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Camera pixels per actuator swept at 1 / 1.5 / 2 / 3.3 / 4 for all six readings, the matrix measured through the resampled reading: 1 px fails the single-actuator row, 1.5–2 px cost 1.6–2× the time, above 3.3 nothing changes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ressweep_compo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478" y="1298448"/>
            <a:ext cx="6678737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at each sensor's own loop cycle; right: averaging time to 1 pm per actuator — both vs camera pixels per actuator pitch, one line per reading; shaded = the single-actuator row fails; hollow = the ZWFS on a point-sampled grid, not camera pixels.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1 px per actuator fails every reading the same way:</a:t>
            </a:r>
            <a:r>
              <a:rPr sz="1200" b="0">
                <a:solidFill>
                  <a:srgbClr val="282828"/>
                </a:solidFill>
                <a:latin typeface="Arial"/>
              </a:rPr>
              <a:t> single-actuator floor 13–32 pm (from 1.2–2.6), converged gain off 0.4–0.5 %; the "wrong actuator" never happens — the fit degrades, it does not swap.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1.5–2 px holds but pays in time:</a:t>
            </a:r>
            <a:r>
              <a:rPr sz="1200" b="0">
                <a:solidFill>
                  <a:srgbClr val="282828"/>
                </a:solidFill>
                <a:latin typeface="Arial"/>
              </a:rPr>
              <a:t> HET 69–74 s per pm against 36 at 3.3 (Photonfocus); IFO 266–302 against 161; vector ZWFS 1040–1150 against 639 — 1.6–2×, because a coarser pixel INTEGRATES the fringe (the point-sampled ZWFS at 1.65, hollow, costs nothing).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6451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Above 3.3 px nothing changes</a:t>
            </a:r>
            <a:r>
              <a:rPr sz="1200" b="0">
                <a:solidFill>
                  <a:srgbClr val="282828"/>
                </a:solidFill>
                <a:latin typeface="Arial"/>
              </a:rPr>
              <a:t> (4 = 3.3 to the digit); the records at 3.3 stand.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registration: a ±0.1-pitch shift after calibration costs gain 0.95 and a 16–18 pm floor at EVERY sampling ≥ 1.5 — the camera must stay registered to ~0.03 pitch, whatever the pixel count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lock-in's advantage survives the sweep:</a:t>
            </a:r>
            <a:r>
              <a:rPr sz="1200" b="0">
                <a:solidFill>
                  <a:srgbClr val="282828"/>
                </a:solidFill>
                <a:latin typeface="Arial"/>
              </a:rPr>
              <a:t> 3.4 / 5.4 / 6.3 s per pm at 3.3 / 2 / 1.5 px, holding 3.1 / 4.0 / 4.3 pm at 0.125 s cycles — 10× the Photonfocus at every sampling.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ressweep_run / ressweep_zrun / ressweep_figs (cophi_dm96/runs/ressweep_*, TO 2026-10-13); mechanism dmg_camres (frames box-integrated onto camera pixels, the matrix measured through them); gate tResolutionSweep 7/7.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side by side: HET against the IFO on the same surface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HET = the heterodyne (COPHI) reading; IFO = the record's Twyman-Green polarization interferometer.  Same seed, surface and matrix: HET matches the IFO's floor, halves its mirror-rig random-surface error, and is exact where the IFO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88720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5461"/>
                <a:gridCol w="2682278"/>
                <a:gridCol w="2325624"/>
                <a:gridCol w="329537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 (COPHI), lens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(Twyman-Green), lens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lock-in camera (record, noise-free)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1.0000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 — the same reading, the same algebra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572000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The one-step rows sit 0.5 % low for HET on both rigs — the estimator, not the reading:</a:t>
            </a:r>
            <a:r>
              <a:rPr sz="1400" b="0">
                <a:solidFill>
                  <a:srgbClr val="282828"/>
                </a:solidFill>
                <a:latin typeface="Arial"/>
              </a:rPr>
              <a:t> the reading is exact (a 1.000 nm poke reads at slope 1.000000); the 0.5 % is the one-step Tikhonov shrinkage at the record's λ_m = 10⁻³ (1.0007 at 10⁻⁵) — the "matrix bias" every gauge carries, now a number.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Driven to convergence (the servo use), HET reads exactly on the mirror rig, and the IFO shows its polarization gain in the open:</a:t>
            </a:r>
            <a:r>
              <a:rPr sz="1400" b="0">
                <a:solidFill>
                  <a:srgbClr val="282828"/>
                </a:solidFill>
                <a:latin typeface="Arial"/>
              </a:rPr>
              <a:t> IFO/HET = 1.006–1.009 (lens rig), 0.989 (mirror rig); the IFO's lens-rig "1.000" was polarization gain cancelling the shrinkage.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172200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battery (runs/battery_{lens,oap}, the IFO column = redo96_&lt;optics&gt;ph: tail md5, lit 6948, seed 7, the 64-state matrix on the surface); the gain probe (runs/gainprobe_lens); the converged estimator (dm_gauge_lib/dmg_converge, gate tConvergedEst 4/4; runs/conv_H_, tg_psi_dm96_oap/runs/conv_I_; H and I are the reading-class letters in the records); the one-step rows reproduce the record to the digit.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Photons for 1 pm,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seconds, the lock-in 3.4 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8" cy="45091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3792"/>
                <a:gridCol w="936580"/>
                <a:gridCol w="805130"/>
                <a:gridCol w="377918"/>
                <a:gridCol w="1232342"/>
                <a:gridCol w="1090676"/>
              </a:tblGrid>
              <a:tr h="103441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 noise r, e⁻ (σ penalty √((I₀ + r²)/I₀) at half well)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SNR at 1 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to SNR 1 at 1 pm,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SNR 10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assumed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 / 11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220 (1.22)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 / 60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 / 3.3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 assumed (1.001)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0.051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heliCam C4, 500 ke, I/Q at 1 kHz (the lock-in reading; well-capped)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n/s: run at 0 and at 100 assumed (1.09)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sample (66 / 63 at read 100)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 per sample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(4.4 / 4.0 at read 100; ×1.23 in time for two-tap demodulation)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6.2 / 5.6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53887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metric: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piston-free robust floor over the unpoked actuators (1.48 MAD, median of 12 draws).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raw single-actuator noise is mostly a common piston (165 vs 76 pm) — unobservable and inert on a DM; the composite deck puts every gauge on this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29844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sz="1150" b="0">
                <a:solidFill>
                  <a:srgbClr val="282828"/>
                </a:solidFill>
                <a:latin typeface="Arial"/>
              </a:rPr>
              <a:t> (σ_φ² ∝ I₀ + r²): the Photonfocus's 220 e⁻ costs 22 % in σ at half well and it still wins on well × rate.</a:t>
            </a:r>
          </a:p>
          <a:p>
            <a:pPr marL="594360" indent="-137160">
              <a:spcAft>
                <a:spcPts val="50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–  the baseline's and the C-RED's read noise are assumed (not in Feng's deck; the survey's value unconfirmed)</a:t>
            </a:r>
          </a:p>
          <a:p>
            <a:pPr marL="0" indent="0"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SNR at the 1 pm target:</a:t>
            </a:r>
            <a:r>
              <a:rPr sz="1150" b="0">
                <a:solidFill>
                  <a:srgbClr val="282828"/>
                </a:solidFill>
                <a:latin typeface="Arial"/>
              </a:rPr>
              <a:t> one reading gives SNR 0.02–0.05; SNR 1 takes (pm per reading)² readings — the seconds-per-pm column; SNR 10 takes 100× that.</a:t>
            </a:r>
          </a:p>
          <a:p>
            <a:pPr marL="594360" indent="-137160">
              <a:spcAft>
                <a:spcPts val="50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–  a hold loop never needs SNR 10 in one measurement: it integrates readings (next slide)</a:t>
            </a:r>
          </a:p>
          <a:p>
            <a:pPr marL="0" indent="0"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Model and bench agree:</a:t>
            </a:r>
            <a:r>
              <a:rPr sz="1150" b="0">
                <a:solidFill>
                  <a:srgbClr val="282828"/>
                </a:solidFill>
                <a:latin typeface="Arial"/>
              </a:rPr>
              <a:t> the per-pixel noise on the bench equals the tCophi formula to 1.000 ± 0.002 on every camera, rig and train.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Rolling-shutter cameras are out:</a:t>
            </a:r>
            <a:r>
              <a:rPr sz="1150" b="0">
                <a:solidFill>
                  <a:srgbClr val="282828"/>
                </a:solidFill>
                <a:latin typeface="Arial"/>
              </a:rPr>
              <a:t> rows exposed in sequence see different beat phases — a phase ramp across the image.  Needed: true global shutter, hardware trigger from the Rb clock, full-frame streaming.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sz="1150" b="0">
                <a:solidFill>
                  <a:srgbClr val="282828"/>
                </a:solidFill>
                <a:latin typeface="Arial"/>
              </a:rPr>
              <a:t> a 1k camera oversamples the lattice ten to one; well depth × frame rate is the budget.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53583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(runs/noise_{lens,oap}[_plain]), 12 draws, cameras binned onto the model grid (well × k², read × k, frame mean at half well).  Mask convention from the lock-in runs on: the LO-only annulus (no test light) is filled with the fringe pixels' median, not zero — a zero there made any common phase a pupil-edge step the edge actuators fit; the bucket camera's electronics rows move ≤ 9 % under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Holding 3 pm: the servo at the camera's cadence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holds 3 pm against the record's drifts: Feng's baseline camera needs a 16 s cycle, the Photonfocus 1.6 s, the lock-in camera 0.125 s (3.09 pm, fiber term inert); the LO's pointing is the term the loop cannot see past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4686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027"/>
                <a:gridCol w="3277412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2.75 / 2.67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2.60 / 2.52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lock-in camera (125 I/Q samples per cycle, a cycle every 0.125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3.09 (converged 3.14); at 44 samples (44 ms cycles) 5.22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3.60 / 3.53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10.3 / 10.3 (the lag rate/gG — every gauge)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beat; for the lock-in one whole 0.125 s cycle as the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3.65 / 3.54 (+0.9 pm); lock-in 4.12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 (baseline 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3.95 / 9.2 (mirror); Photonfocus 4.8 / 12.7; lock-in 5.22 / 5.22 = its noise-only hold to the digit: a per-sample piston,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29.6 / 29.4 (lock-in 29.4: the LO is the same term in every form)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LO drift is not separable from DM drift: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matrix takes an LO tilt as a DM tilt one-for-one (1 nrad reads as a surface tilt of 1.008 × θ/2), and the loop drives the DM to follow it.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the LO pointing must hold ~10 prad per cycle (~10 pm of fiber-tip motion at the collimator's focal length), or be referenced</a:t>
            </a:r>
            <a:r>
              <a:rPr sz="1050" b="0">
                <a:solidFill>
                  <a:srgbClr val="6E6E6E"/>
                </a:solidFill>
                <a:latin typeface="Arial"/>
              </a:rPr>
              <a:t> — the requirement the plain-splitter layout adds, beside the fiber's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Fiber phase errors are not observable: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budget at the photon floor (mirror rig): </a:t>
            </a:r>
            <a:r>
              <a:rPr sz="1050" b="1">
                <a:solidFill>
                  <a:srgbClr val="6E6E6E"/>
                </a:solidFill>
                <a:latin typeface="Arial"/>
              </a:rPr>
              <a:t>3.9 × 10⁻³ rad per frame = 0.39 nm of differential OPD per 33 ms, ~12 nm/s, ~1.2 mK/s per meter of uncommon fiber</a:t>
            </a:r>
            <a:r>
              <a:rPr sz="1050" b="0">
                <a:solidFill>
                  <a:srgbClr val="6E6E6E"/>
                </a:solidFill>
                <a:latin typeface="Arial"/>
              </a:rPr>
              <a:t> — co-routed, thermally tied, or servoed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with the lock-in camera the walk is a per-sample piston: inert (record)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How the loop reaches 3 pm from 55 pm readings — two integrators: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estimator's regularization (λ_m) is a spatial low-pass over the matrix's small-singular-value directions, where photon and read noise live; it trades a 0.5 % gain for a lower floor (the converged estimator removes the bias but admits ×2.1 the white noise)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loop averages across cycles at gain g (steady state σ_n √(g/(2 − g)), plus M readings per cycle); in the loop the one-step and converged estimators agree to 0.1 pm on every row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sz="1200" b="0">
                <a:solidFill>
                  <a:srgbClr val="282828"/>
                </a:solidFill>
                <a:latin typeface="Arial"/>
              </a:rPr>
              <a:t> trigger jitter &lt; 2.8 × 10⁻³ rad, AOM drive ripple &lt; 1.8 × 10⁻³ — both easy with a Rb-locked DDS; latency one beat (133 ms at 7.5 Hz).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mirror rig on the fixed feed (SRC_TRIM 0; every row within 0.02 pm of the mis-fed run, kept in runs/oap_plain_misfed); the fiber rows at the corrected budget (3.5 × 10⁻³ rad/frame as run; 3.9 × 10⁻³ under the median-fill convention); the noise stage's first fiber number was 2.3× low (a 12-draw Monte Carlo of three random numbers) and is replaced by the exact expectation.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 vs cycle time: what the fast cycle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At a fixed cycle time a sensor averages (cycle time ÷ seconds per pm) readings, so the hold floor is √(s_pm / T) × 0.577: the lock-in's 3.4 s per pm is 115× fewer than Feng's camera — 10.7× less noise at any cycle time; the loop records sit on the budget curves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hold_vs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005" y="1298448"/>
            <a:ext cx="8557685" cy="35377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85444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vs loop cycle time, every sensor on the table (budget lines; circles = the mirror-rig loop records).  Right: with the record's thermal ramp (0.31 pm/s), whose lag grows with the cycle — each sensor has an optimum cycle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85231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At 1.6 s cycles:</a:t>
            </a:r>
            <a:r>
              <a:rPr sz="1200" b="0">
                <a:solidFill>
                  <a:srgbClr val="282828"/>
                </a:solidFill>
                <a:latin typeface="Arial"/>
              </a:rPr>
              <a:t> Feng's camera 9.0 pm, Photonfocus 2.7, lock-in 0.84 (well-free 0.27); IFO 5.8, vector ZWFS 10.4 (on their polarization cameras).  Records match the law to 8 %.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2852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Against a drift rate the cycle has an optimum</a:t>
            </a:r>
            <a:r>
              <a:rPr sz="1200" b="0">
                <a:solidFill>
                  <a:srgbClr val="282828"/>
                </a:solidFill>
                <a:latin typeface="Arial"/>
              </a:rPr>
              <a:t> (right): Feng's camera 6.0 pm at 5.5 s, Photonfocus 2.7 at 2.5 s, lock-in 1.2 at 1.1 s, well-free 0.57 at 0.5 s — the fast reading holds a drift at the picometer where the slow cameras cannot.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54496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cophi_hold_vs_cycle (runs/figs_hold_vs_cycle/); seconds per pm from the records (stages noise / format / lockin; camI_oap, camS_oap); the lag from stage loop's thermal row.  A budget, no new runs.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two colors frequency-multiplexed on one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laser at λ₂, its own AOM pair at a second beat, WDM combiners into the same two fibers; all four synthesizers on one reference; the processing adds the synthetic-wavelength block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multi.png"/>
          <p:cNvPicPr>
            <a:picLocks noChangeAspect="1"/>
          </p:cNvPicPr>
          <p:nvPr/>
        </p:nvPicPr>
        <p:blipFill>
          <a:blip r:embed="rId2"/>
          <a:srcRect l="730" r="4660" t="1510"/>
          <a:stretch>
            <a:fillRect/>
          </a:stretch>
        </p:blipFill>
        <p:spPr>
          <a:xfrm>
            <a:off x="2377440" y="2148840"/>
            <a:ext cx="7406640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Two colors, one camera, one 8-frame set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beats 7.5 and 3.75 Hz = 4 and 8 frames per beat at the same 30 fps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each color demodulated at its own bucket centers from the same frames; no interference (THz apart)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lock-in form: time-multiplexed, one color per 1 ms sample (slide 18)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620256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sequential form — one tunable laser switched on alternate beats — uses the one-color hardware and half the cadence.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the numbers, and the parts it adds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Zero wrong fringe orders on the whole capture ladder to 480 nm rms; a single color wraps from 40 nm; temporal unwrapping holds a running loop, not a cold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632.8 + 652.8 nm (synthetic Λ = 20.65 µm, range ±5.2 µm), each color read by its own buckets (crosstalk 4 × 10⁻¹⁶ rad).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zero wrong orders to 480 nm rms, both cameras</a:t>
            </a:r>
            <a:r>
              <a:rPr sz="1050" b="0">
                <a:solidFill>
                  <a:srgbClr val="6E6E6E"/>
                </a:solidFill>
                <a:latin typeface="Arial"/>
              </a:rPr>
              <a:t> (0.15 / 0.10 nm per pixel); one color is 74 % wrong at 480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a 200 nm rms figure is captured from cold in one 0.27 s reading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any Δλ from 1 to ~100 nm works (the fine requirement at Δλ = 20 nm is 1.7 nm against ~0.1 nm per pixel): one rung of the synthetic-wavelength ladder is enough here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Temporal unwrapping:</a:t>
            </a:r>
            <a:r>
              <a:rPr sz="1200" b="0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With the lock-in camera (record):</a:t>
            </a:r>
            <a:r>
              <a:rPr sz="1200" b="0">
                <a:solidFill>
                  <a:srgbClr val="282828"/>
                </a:solidFill>
                <a:latin typeface="Arial"/>
              </a:rPr>
              <a:t> the two colors take alternate 1 ms samples, each color's AOM pair gated on for its sample, so ONE color is on the sensor at a time (500 Hz per color, 2 ms per pair) — zero wrong orders to 480 nm rms, 0.12 nm per pixel; temporal unwrapping at 1 kHz tolerates 158 µm/s.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pixel has one reference and one pair of accumulators: both colors on at once would put the second beat and the second color's DC into A−B and C−D.  That form works only with beats an integer number of kHz apart (the cross term then integrates to zero over the 1 ms sample, square-wave harmonics included) and costs √2 in shot noise and half the well per color; not modeled.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2526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9863"/>
                <a:gridCol w="674624"/>
                <a:gridCol w="1790472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part added for the second color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laser 2 at λ₂ (tunable ECDL at 633 ± Δλ, or a telecom tunable at 1.3 µm)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only costly part at 633; cheap at 1.3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1×2 PM coupler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AOMs 3 and 4 + drivers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 + 2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second beat 3.75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synthesizers 3 and 4 on the same Rb reference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beats coherent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WDM combiners (test fiber, LO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both colors in the same two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processing: the second demodulation + the synthetic-wavelength unwrap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dmg_cophi_recon twice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97078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One bench, five sensors: COPHI's LO beside the record gauges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testbed keeps every sensor: the LO collimator at the flat's seat, an insertable reference flat in the LO path for the IFO, and a pick-off behind the splitter that feeds the scalar and vector Zernike and pinhole arms from the test beam alone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multisen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6951" y="1298448"/>
            <a:ext cx="7297791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36752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COPHI:</a:t>
            </a:r>
            <a:r>
              <a:rPr sz="1200" b="0">
                <a:solidFill>
                  <a:srgbClr val="282828"/>
                </a:solidFill>
                <a:latin typeface="Arial"/>
              </a:rPr>
              <a:t> LO on, flat out — the beat on the pupil camera; </a:t>
            </a:r>
            <a:r>
              <a:rPr sz="1200" b="1">
                <a:solidFill>
                  <a:srgbClr val="282828"/>
                </a:solidFill>
                <a:latin typeface="Arial"/>
              </a:rPr>
              <a:t>IFO:</a:t>
            </a:r>
            <a:r>
              <a:rPr sz="1200" b="0">
                <a:solidFill>
                  <a:srgbClr val="282828"/>
                </a:solidFill>
                <a:latin typeface="Arial"/>
              </a:rPr>
              <a:t> flat in (flip mount), LO shuttered — the record's four-step on the SAME camera and pixels, one registration for both.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ZWFS and pinhole / P-SRI:</a:t>
            </a:r>
            <a:r>
              <a:rPr sz="1200" b="0">
                <a:solidFill>
                  <a:srgbClr val="282828"/>
                </a:solidFill>
                <a:latin typeface="Arial"/>
              </a:rPr>
              <a:t> a 10–30 % pick-off on the camera port, taken before the LO joins the test beam, so each reads the DM alone; the pick-off costs the pupil camera that fraction of its photons (seconds per pm × 1.1–1.4).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46520" y="528523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DM Gauge:</a:t>
            </a:r>
            <a:r>
              <a:rPr sz="1200" b="0">
                <a:solidFill>
                  <a:srgbClr val="282828"/>
                </a:solidFill>
                <a:latin typeface="Arial"/>
              </a:rPr>
              <a:t> an independent hold cross-check, each gauge's own systematics on the same surface at the same time, and the Zernike's photon economy for a hold-only mode.  Capture from cold stays COPHI's two colors (slide 18): the Zernike captures 62 nm (vector) / 39 nm (stepped) to 10 % and has its own piston null.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Costs:</a:t>
            </a:r>
            <a:r>
              <a:rPr sz="1200" b="0">
                <a:solidFill>
                  <a:srgbClr val="282828"/>
                </a:solidFill>
                <a:latin typeface="Arial"/>
              </a:rPr>
              <a:t> two more cameras with their own registrations; the flip flat's repeatability enters the IFO's null only (COPHI never sees it).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98906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make_cophi_multisensor_fig.py; the Zernike capture rows are zwfs_dm96/runs/an193_* (capture range to 10 %); nothing in the model moves.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IFO and the vector Zernike sensor read with a polarization camera in one frame; COPHI adds an RF chain, a fiber LO and three control loops of its own; the lock-in camera moves the demodulation on-chip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25296"/>
          <a:ext cx="11368733" cy="51606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0418"/>
                <a:gridCol w="2001883"/>
                <a:gridCol w="2432669"/>
                <a:gridCol w="1216334"/>
                <a:gridCol w="1799161"/>
                <a:gridCol w="239826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TG96 IFO (polarization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stepped / vector Zernike (vector: 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for the snapshot (piezo + HV driver for the four-step calibration only)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(vector); mask stepper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sCMOS (micro-polarizer array 0/45/90/135)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/ polarization sCMOS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 (vector) / 4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I/Q frame (ms)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gain (0.98–1.01, calibrated by the four-step)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(gauge deck, 30 nm surface)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 × 10¹⁴ (mirror) – 1 × 10¹⁵ (lens)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1.2 × 10¹⁴ stepped / 4.6 × 10¹³ vector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1.5 × 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(this deck: 57.7 pm per reading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(34 pm per 1 ms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 (SNR 10 = 100×)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189 / 160 s (lens / mirror; IMX250MZR-class polarization camera, record camI_*)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475 s stepped (mono camera, 4 frames) / 519 s vector (polarization camera, mirror rig, camS_oap)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342 s (mono, K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(Feng's camera) / 42 (Photonfocus)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Camera timings on an IMX250MZR-class polarization camera (2448 × 2048, 75 fps; well ~10 ke⁻, read 2.4 e⁻, unconfirmed).  The sensors run 10–40× slower than photons ÷ sensor rate would say: the ZWFS core sets the exposure, the frame mean sits at half well, two orientations go unused.  Parts counts and TRL to follow (campaign brief sec. 9.1).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deck poses this comparison; on our bench the answer is photons and time: the vector Zernike holds 3 pm from 2 × 10¹² photons per cycle, COPHI with Feng's camera from ~1 × 10¹⁴ — and COPHI with a lock-in camera reaches a picometer faster than any of them, captures from cold, and reads absolutely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42233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7692"/>
                <a:gridCol w="4370487"/>
                <a:gridCol w="1268851"/>
                <a:gridCol w="1817116"/>
                <a:gridCol w="180458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Zernike (dedicated laser, 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Photonfocus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 (C4,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3 pm hold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× 10¹² (gauge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(120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(60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 × 10¹² (125 samples, capped well)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time per 3 pm hold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~60 s on the assumed pol. camera (519 s/pm ÷ 9: its 10 ke⁻ well, the core's dynamic range, two unused orientations — the camera is the ZWFS's own question)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0.125 s (record: 3.09 pm)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519 (pol. camera, 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(×1.23 in time for two-tap demodulation)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no: the reference ages past 36–70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colors, one 0.27 s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 on alternate samples; zero wrong orders to 480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absolute read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iterated or matrix re-measured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 (slope 1.000000) against the LO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its own stabilities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beyond the bench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0.39 nm per frame; LO 10 prad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the same (29.4 pm); fiber a per-sample piston, inert (record)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25780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hold alone, the vector Zernike is cheapest in photons</a:t>
            </a:r>
            <a:r>
              <a:rPr sz="1100" b="0">
                <a:solidFill>
                  <a:srgbClr val="282828"/>
                </a:solidFill>
                <a:latin typeface="Arial"/>
              </a:rPr>
              <a:t> (~50×) and needs no stabilities of its own — but on the assumed polarization camera it is the slowest (~60 s per cycle).  Feng's camera makes COPHI slow (16 s), the Photonfocus fast (1.6 s), </a:t>
            </a:r>
            <a:r>
              <a:rPr sz="1100" b="1">
                <a:solidFill>
                  <a:srgbClr val="282828"/>
                </a:solidFill>
                <a:latin typeface="Arial"/>
              </a:rPr>
              <a:t>the lock-in the fastest on the table (0.125 s)</a:t>
            </a:r>
            <a:r>
              <a:rPr sz="1100" b="0">
                <a:solidFill>
                  <a:srgbClr val="282828"/>
                </a:solidFill>
                <a:latin typeface="Arial"/>
              </a:rPr>
              <a:t> if its well is as surveyed.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capture and the absolute figure:</a:t>
            </a:r>
            <a:r>
              <a:rPr sz="1100" b="0">
                <a:solidFill>
                  <a:srgbClr val="282828"/>
                </a:solidFill>
                <a:latin typeface="Arial"/>
              </a:rPr>
              <a:t> COPHI in either form.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a flight DM:</a:t>
            </a:r>
            <a:r>
              <a:rPr sz="1100" b="0">
                <a:solidFill>
                  <a:srgbClr val="282828"/>
                </a:solidFill>
                <a:latin typeface="Arial"/>
              </a:rPr>
              <a:t> hold only and photons scarce → the Zernike sensor with a camera chosen for it; hold + capture + absolute, or speed → COPHI (the lock-in fastest by 20–500×).  </a:t>
            </a:r>
            <a:r>
              <a:rPr sz="1100" b="1">
                <a:solidFill>
                  <a:srgbClr val="282828"/>
                </a:solidFill>
                <a:latin typeface="Arial"/>
              </a:rPr>
              <a:t>The hybrid</a:t>
            </a:r>
            <a:r>
              <a:rPr sz="1100" b="0">
                <a:solidFill>
                  <a:srgbClr val="282828"/>
                </a:solidFill>
                <a:latin typeface="Arial"/>
              </a:rPr>
              <a:t> — Zernike for the hold, COPHI's two-color read for capture and commissioning — stays the conservative answer until the lock-in's vendor numbers are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" y="63367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Zernike rows are the gauge deck's (redo96_sens, zloop) with the polarization-camera timing from camS_oap; the COPHI rows this deck's; the lock-in rows are records (runs/lockin_, resources 2a07af9).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Recommendations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is a credible fifth gauge: it matches the IFO's floor, reads exactly, and captures from cold in one reading; its cost is the fiber and the LO, its speed is set by the camera's frame rate, with the lock-in detector the clear winner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Add COPHI to the DM Gauge plan</a:t>
            </a:r>
            <a:r>
              <a:rPr sz="1200" b="0">
                <a:solidFill>
                  <a:srgbClr val="282828"/>
                </a:solidFill>
                <a:latin typeface="Arial"/>
              </a:rPr>
              <a:t> as the fifth column, with the converged estimator and the piston-free photon metric for every gauge (both found here, both apply to the record).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Consider a swappable splitter</a:t>
            </a:r>
            <a:r>
              <a:rPr sz="1200" b="0">
                <a:solidFill>
                  <a:srgbClr val="282828"/>
                </a:solidFill>
                <a:latin typeface="Arial"/>
              </a:rPr>
              <a:t> (Feng's layout); the current polarizing train costs ×1.5 of laser and nothing else.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s); the lock-in camera faster yet.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verify the survey against the vendor sheets before a part is named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 camera is the fast form:</a:t>
            </a:r>
            <a:r>
              <a:rPr sz="1200" b="0">
                <a:solidFill>
                  <a:srgbClr val="282828"/>
                </a:solidFill>
                <a:latin typeface="Arial"/>
              </a:rPr>
              <a:t> 3.4 s per pm as surveyed, 0.125 s cycles.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verify all performance specs with the vendor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Implement two colors from the start:</a:t>
            </a:r>
            <a:r>
              <a:rPr sz="1200" b="0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Open in the record: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lens rig's +0.1–0.2 % converged gain (a matrix-model term); the polarization-camera timings through the noise hook (slide 19); the lock-in's demodulation form from the vendor (two-tap square-wave assumed).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next: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tail's chromatic refocus at Δλ = 20 nm (dispersive glass in the model); the LO referenced against the test arm's own flat; parts counts and TRL for all five gauges; Kent's ZWFS reconstruction.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2004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to develop: what, why, how, how long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items, each a requirement this deck put a number on; durations are estimates for a bench team with the parts in hand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263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2426842"/>
                <a:gridCol w="1870691"/>
                <a:gridCol w="4887391"/>
                <a:gridCol w="65726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 (the number)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 long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Fiber phase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two PM fibers' differential OPD held to 0.39 nm per 33 ms frame (~12 nm/s; ~1.2 mK/s per m of uncommon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term the four-step cannot cancel: 66 pm per 0.01 rad/frame; 3× the budget doubles the hold floor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 first: one coupler, co-routed in one jacket, &lt; 1 m uncommon, one thermal mount; then a pickoff between the fiber ends and a stretcher servo (SIM-MET style); with a lock-in camera the term is a per-sample piston, inert (record) — the requirement belongs to the four-frame camera form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passive: weeks; servo: 2–4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LO pointing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 collimator's tilt held to ~10 prad per cycle (~10 pm of fiber-tip motion), or measured and removed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loop reads LO drift as DM drift one-for-one: 0.1 nrad per cycle = 29 pm of hold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monolithic collimator mount on the splitter block, thermally tied; or a referenced LO: a quad cell on an LO pickoff, or a flat on the DM mount read by the same frames (the next model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mount: weeks; referenced LO: 1–2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Lock-in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heliCam C4 at a 5 kHz beat on the record bench; per-pixel phase noise vs flux 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~12× the Photonfocus's speed as surveyed (3.4 s per pm); the well-free question is the next factor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vendor question (phase noise vs flux at t_c 100 ms; what the well bounds); a loaner on the bench, reading class H unchanged; format re-run on measured numbers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question: days; bench: 1–3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Two-color source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2 (ECDL at 633 ± 20 nm, or a 1.3 µm telecom tunable), 2 AOMs + drivers, 2 synthesizers, 2 WDM combiners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 in one 0.27 s reading, zero wrong orders to 480 nm rms; temporal unwrapping cannot start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633: an ECDL (costly, a few nm); 1.3 µm: cheap PM-native tunables but an InGaAs camera and a refocused tail — model the 1.3 µm stage first, then choose the 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model: 2–3 weeks; hardware: 3–6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Chromatic refocus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dispersive glass in the model (today n = 1.5 fixed); the ~0.5 mm focuser travel at Δλ = 20 nm traced; its effect on the pupil image and the null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caveat on the capture result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in the engine (GlassElt=): re-emit the lens rig with real glass, re-trace at λ₂, re-run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1–2 weeks (model)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20624" y="638251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Numbers from stages noise and loop (1–2), format and the survey (3), capture (4–5).  "How long" is an engineering estimate, not a record.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N-frame algebra, and ours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Feng: I = I₀(1 + γ cos(φ + 2πf_h t)), α_k = 0, π/2, π, 3π/2; φ = atan2(I₄ − I₂, I₁ − I₃).  N frames: the linear least squares for (I₀, I₀γ cos φ, I₀γ sin φ).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detector survey, and its caveats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Web surveys, every number sourced, none verified by us; the rows the deck uses and the question each needs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868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4757169"/>
                <a:gridCol w="457651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1–250 kHz, 500 ke⁻, 2 × 10-bit I/Q, external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noise; whether the well bounds the internal sample or the output; price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3135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tags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in this deck, where it came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4575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4975"/>
                <a:gridCol w="4340789"/>
                <a:gridCol w="533297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format / lock-in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runs/format_lens_plain; the lock-in as a READING: runs/lockin_* (noise both rigs, capture, battery, loop)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s per pm well-capped (the format stage's 1.1 counted four wells per sample); 3 pm held at 0.125 s cycles; fiber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 on a polarization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tg_psi_dm96_oap/runs/camI_{lens,oap}, zwfs_dm96/runs/camS_oap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189 / 160 s per pm; stepped 475, vector 519, pinhole 342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90232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