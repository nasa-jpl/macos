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52144"/>
            <a:ext cx="10561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13).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7).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099"/>
                <a:gridCol w="3286099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769"/>
                <a:gridCol w="1378507"/>
                <a:gridCol w="701345"/>
                <a:gridCol w="556239"/>
                <a:gridCol w="943189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94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46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997"/>
                <a:gridCol w="235544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3.5 × 10⁻³ rad/frame;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Feng's camera's cadence needs 120 readings per cycle).  Both hold 3 pm.  </a:t>
            </a:r>
            <a:r>
              <a:rPr sz="1200" b="1">
                <a:solidFill>
                  <a:srgbClr val="282828"/>
                </a:solidFill>
                <a:latin typeface="Arial"/>
              </a:rPr>
              <a:t>Resolution is a wash:</a:t>
            </a:r>
            <a:r>
              <a:rPr sz="1200" b="0">
                <a:solidFill>
                  <a:srgbClr val="282828"/>
                </a:solidFill>
                <a:latin typeface="Arial"/>
              </a:rPr>
              <a:t> both read the full lattice at 5–10 pixels per actuator.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15);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746659"/>
                <a:gridCol w="2117216"/>
                <a:gridCol w="4234432"/>
                <a:gridCol w="74388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0.35 nm per 33 ms frame (~10 nm/s; ~1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the lock-in's 1 ms frame relaxes the per-frame budget 30×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40× the Photonfocus's speed as surveyed; the well-free question is another 4–40×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