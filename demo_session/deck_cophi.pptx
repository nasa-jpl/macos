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103120"/>
            <a:ext cx="4343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8);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13); the record's loop at the camera's cadence; two colors from cold (slides 15–16)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646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4535"/>
                <a:gridCol w="720878"/>
                <a:gridCol w="3069546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for square-wave demodulation —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516636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Even well-capped 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vendor question:</a:t>
            </a:r>
            <a:r>
              <a:rPr sz="1400" b="0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reference; the camera is the lock-in device; the processing is atan2(Q, I) per frame, decimated to the loop rate.  Fiber, LO and hold loop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229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760720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05655"/>
            <a:ext cx="576072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above, the whole LO leg in place: source arm red; LO leg purple, from the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701539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13)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1624" y="1298448"/>
            <a:ext cx="1613311" cy="17266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0434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0686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10); what resolution buys and costs is slide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below ~1.5 px per actuator the actuator fit collapses (the blur demo's box kernel)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3450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3537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382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3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460"/>
                <a:gridCol w="1010520"/>
                <a:gridCol w="868693"/>
                <a:gridCol w="407754"/>
                <a:gridCol w="957335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76529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3619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544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timings: TO's records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11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54"/>
                <a:gridCol w="3669907"/>
                <a:gridCol w="917476"/>
                <a:gridCol w="877586"/>
                <a:gridCol w="1874844"/>
                <a:gridCol w="1196708"/>
                <a:gridCol w="1116928"/>
                <a:gridCol w="1116928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1k²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two images per pol.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65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sz="1500" b="0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still reads to 2 pm); the collapse band is the blur demo's; the 5–20 rows follow from the well-bound photon rule and the data rates.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</a:t>
            </a:r>
            <a:r>
              <a:rPr sz="1300" b="1">
                <a:solidFill>
                  <a:srgbClr val="6E6E6E"/>
                </a:solidFill>
                <a:latin typeface="Arial"/>
              </a:rPr>
              <a:t>a per-gauge sweep at 1, 1.5, 2 and 4 px per actuator is a one-day format run — the item that turns this table into records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Where the three differ:</a:t>
            </a:r>
            <a:r>
              <a:rPr sz="1500" b="0">
                <a:solidFill>
                  <a:srgbClr val="282828"/>
                </a:solidFill>
                <a:latin typeface="Arial"/>
              </a:rPr>
              <a:t> the IFO and HET read against a reference and are indifferent above 2 px;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015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03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98627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lock-in camera is the fast form</a:t>
            </a:r>
            <a:r>
              <a:rPr sz="1050" b="0">
                <a:solidFill>
                  <a:srgbClr val="6E6E6E"/>
                </a:solidFill>
                <a:latin typeface="Arial"/>
              </a:rPr>
              <a:t> (3.4 s per pm as surveyed, 0.125 s cycles) — one vendor question from a number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18); the polarization-camera timings through the noise hook (slide 17).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 when it arrives.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