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COPHI as the Fifth DM Gauge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Feng Zhao's heterodyne camera interferometer, scored on the same bench, the same 30 nm surface and the same rows as the interferometer, the Zernike sensors and the pinhole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 (TO: the bench stages).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October 2026.  Working record.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Feng's proposal (COPHI_for_DM_gauge.pptx, 2026-05-19): a single-frequency laser split to two AOMs at 80 MHz and 80 MHz + 7.5 Hz on a Rb standard, a fiber LO combined before a 30 fps camera imaging the DM, four frames per beat, the four-frame phase.  Purpose: to hold each DM in a local loop against drift, to &lt;&lt; 10 pm.  What does that read on our bench, and what does it cost?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proposal, in one slide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interferometer whose phase steps are set by frequency, not by a piezo, with a fiber-fed local oscillator at the camera, and an array detector providing many parallel channels to resolve 96 × 96 actuators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layout:</a:t>
            </a:r>
            <a:r>
              <a:rPr sz="1200" b="0">
                <a:solidFill>
                  <a:srgbClr val="282828"/>
                </a:solidFill>
                <a:latin typeface="Arial"/>
              </a:rPr>
              <a:t> laser → 1×2 coupler → AOM-1 (80 MHz) and AOM-2 (80 MHz + 7.5 Hz), both synthesizers on a 10 MHz Rb standard; the measurement beam to the DM, the LO fiber to a splitter before the camera; the ×4 multipliers mixed to a 30 Hz camera trigger: four frames per 7.5 Hz fringe cycle.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algorithm:</a:t>
            </a:r>
            <a:r>
              <a:rPr sz="1200" b="0">
                <a:solidFill>
                  <a:srgbClr val="282828"/>
                </a:solidFill>
                <a:latin typeface="Arial"/>
              </a:rPr>
              <a:t> I = I₀ (1 + γ cos(φ + 2π f t)); frames at α = 0, π/2, π, 3π/2; φ = atan2(I₄ − I₂, I₁ − I₃); surface = ½ (φ/2π) λ (double pass).  Backup: the N-frame least-squares solution (Zygo's four-step is N = 4).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purpose: stabilize the DM!</a:t>
            </a:r>
            <a:r>
              <a:rPr sz="1200" b="0">
                <a:solidFill>
                  <a:srgbClr val="282828"/>
                </a:solidFill>
                <a:latin typeface="Arial"/>
              </a:rPr>
              <a:t>  Run each DM in a local loop to hold it — our job 3.  Not stated: the camera, the photon budget, the error terms, a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transfers from the gauge deck unchanged: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bench (both rigs), the 96 × 96 DM truth, the 30 nm working surface, the response matrix measured through the reading, the hold loop, the capture ladder, the photon rows.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new: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LO arm (a fiber tip and collimator where the reference flat sat); frequency-set steps; each frame integrating a quarter of the beat; the LO's wavefront drift; the differential fiber phase within a scan; trigger jitter; a camera chosen for the job.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is absent by construction: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polarizing train — no analyzer, no quarter-wave plates, the same polarization in both arms — so the polarization gain the record's interferometer carries (0.983–1.004) does not exist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133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Feng's slide 8 is the implementation example this deck's block diagrams follow; TOM3 (SPIE 6268) is the photodiode heritage.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on the DM Gauge bench: the four-step run continuously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record interferometer's piezo four-step with the steps set by a Rb-clocked beat, a quarter-cycle integrating bucket per frame, and a fiber LO; the reconstruction is the same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block_si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48" y="1298448"/>
            <a:ext cx="9332598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69340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COPHI as the fifth DM gauge — our implementation of Feng's four-frame method, one-color version, for the hold job.  Every box is a component of the TG96 DM Gauge bench; blue = RF/timing, red = PM fiber, green = free-space beam, gray = data.  (make_cophi_block_fig.py; the lock-in camera is the dashed alternative, slide 10.)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reading's algebra, pinned before the bench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What the camera records, how the phase and the surface come out of it, and what the gate measured: the quarter-cycle integration costs 10 % of contrast, a step error is not cured by more frames, and the photon law carries read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7" y="1298448"/>
            <a:ext cx="106680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4988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"Integrating bucket" (1)–(2):</a:t>
            </a:r>
            <a:r>
              <a:rPr sz="1200" b="0">
                <a:solidFill>
                  <a:srgbClr val="282828"/>
                </a:solidFill>
                <a:latin typeface="Arial"/>
              </a:rPr>
              <a:t> a frame cannot sample the beat at an instant; it integrates while the LO phase advances through a quarter of the cycle.  Averaging a cosine over a window D = 2π/N keeps its phase (referred to the window's center ᾱ_k) and shrinks its amplitude by sinc(D/2): </a:t>
            </a:r>
            <a:r>
              <a:rPr sz="1200" b="1">
                <a:solidFill>
                  <a:srgbClr val="282828"/>
                </a:solidFill>
                <a:latin typeface="Arial"/>
              </a:rPr>
              <a:t>0.900 for four frames per beat</a:t>
            </a:r>
            <a:r>
              <a:rPr sz="1200" b="0">
                <a:solidFill>
                  <a:srgbClr val="282828"/>
                </a:solidFill>
                <a:latin typeface="Arial"/>
              </a:rPr>
              <a:t> — nothing else changes.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phase (3)</a:t>
            </a:r>
            <a:r>
              <a:rPr sz="1200" b="0">
                <a:solidFill>
                  <a:srgbClr val="282828"/>
                </a:solidFill>
                <a:latin typeface="Arial"/>
              </a:rPr>
              <a:t> is a least-squares fit of the N frames to a + b cos ᾱ_k + c sin ᾱ_k; for N = 4 it reduces exactly to the four-step atan2, the same algorithm as Feng's (his sign is for cos(φ + 2πft)).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4988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step error (5)</a:t>
            </a:r>
            <a:r>
              <a:rPr sz="1200" b="0">
                <a:solidFill>
                  <a:srgbClr val="282828"/>
                </a:solidFill>
                <a:latin typeface="Arial"/>
              </a:rPr>
              <a:t> — every step D(1 + ε) — puts the textbook (ε/2) sin 2φ on the four-bucket phase.  </a:t>
            </a:r>
            <a:r>
              <a:rPr sz="1200" b="1">
                <a:solidFill>
                  <a:srgbClr val="282828"/>
                </a:solidFill>
                <a:latin typeface="Arial"/>
              </a:rPr>
              <a:t>Measured: more buckets do not cure it</a:t>
            </a:r>
            <a:r>
              <a:rPr sz="1200" b="0">
                <a:solidFill>
                  <a:srgbClr val="282828"/>
                </a:solidFill>
                <a:latin typeface="Arial"/>
              </a:rPr>
              <a:t> (the plain 8-bucket fit with the same per-step error is 1.43× worse; the ramp accumulates); </a:t>
            </a:r>
            <a:r>
              <a:rPr sz="1200" b="1">
                <a:solidFill>
                  <a:srgbClr val="282828"/>
                </a:solidFill>
                <a:latin typeface="Arial"/>
              </a:rPr>
              <a:t>knowing the steps does</a:t>
            </a:r>
            <a:r>
              <a:rPr sz="1200" b="0">
                <a:solidFill>
                  <a:srgbClr val="282828"/>
                </a:solidFill>
                <a:latin typeface="Arial"/>
              </a:rPr>
              <a:t> (the fit at the true ᾱ_k is exact) — a Rb-clocked scan knows them.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Photons (6):</a:t>
            </a:r>
            <a:r>
              <a:rPr sz="1200" b="0">
                <a:solidFill>
                  <a:srgbClr val="282828"/>
                </a:solidFill>
                <a:latin typeface="Arial"/>
              </a:rPr>
              <a:t> shot noise ∝ 1/√I₀ (slope −0.500 ± 0.02 over two decades), read noise in quadrature.  A fiber walk or trigger jitter within a scan is a fixed fraction of its size (0.13 w), no better with 8 buckets — no algorithmic cure.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59891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Gate tCophi (8 tests) pins each line; dm_gauge_lib/dmg_cophi_*; TeX source deck_cophi_equations.tex.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LO on the DM Gauge bench replaces the IFO's reference flat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LO is a fiber tip and collimator with its powered face at the reference flat's seat; it registers on both rigs to a pixel and the flat-DM null is sub-nanometer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layout_o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87" y="1298448"/>
            <a:ext cx="3868224" cy="20924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409187"/>
            <a:ext cx="580644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mirror rig from above with the LO arm in place: source arm red, LO arm purple (fiber tip at right, collimator at the reference flat's seat), test arm to the DM blue, camera leg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00507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Registration:</a:t>
            </a:r>
            <a:r>
              <a:rPr sz="1200" b="0">
                <a:solidFill>
                  <a:srgbClr val="282828"/>
                </a:solidFill>
                <a:latin typeface="Arial"/>
              </a:rPr>
              <a:t> chief ray 0.000 px on both rigs; the LO covers the test pupil 1.000 and overfills it by 34 px (radius ratio 1.215), so an offset under that is a fill question, not a registration one.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Null on the flat DM:</a:t>
            </a:r>
            <a:r>
              <a:rPr sz="1200" b="0">
                <a:solidFill>
                  <a:srgbClr val="282828"/>
                </a:solidFill>
                <a:latin typeface="Arial"/>
              </a:rPr>
              <a:t> lens rig 0.000 nm; mirror rig 0.746 nm rms after piston, mostly tilt — the LO collimator's wavefront against the test arm, frozen into the null as the interferometer freezes its reference; its motion is the LO-drift row (slide 8).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Contrast:</a:t>
            </a:r>
            <a:r>
              <a:rPr sz="1200" b="0">
                <a:solidFill>
                  <a:srgbClr val="282828"/>
                </a:solidFill>
                <a:latin typeface="Arial"/>
              </a:rPr>
              <a:t> 0.982 at an LO/test power ratio of 1.47, as 2√r/(1 + r) says; the vector-mode field phase measures −kW on both decks (the known conjugate).</a:t>
            </a:r>
          </a:p>
        </p:txBody>
      </p:sp>
      <p:pic>
        <p:nvPicPr>
          <p:cNvPr id="7" name="Picture 6" descr="cophi_layout_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752" y="1298448"/>
            <a:ext cx="1955054" cy="20924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409187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node: the beamsplitter and compensator, the LO entering where the reference flat's return did, the recombination into the camera leg (the record's polarizing elements shown; the plain-splitter train is scored)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05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findings that matter for any traced LO:</a:t>
            </a:r>
            <a:r>
              <a:rPr sz="1200" b="0">
                <a:solidFill>
                  <a:srgbClr val="282828"/>
                </a:solidFill>
                <a:latin typeface="Arial"/>
              </a:rPr>
              <a:t> the geometric tail places the detector field by ray index, not camera position — the LO's own collimator makes the per-index null 681 nm where the by-position null is 0.45 nm, so the LO is placed on the test pixels by position; and the plain mirror train had inherited a source trim solved with the polarizer plate — without it OAP1 was fed off focus (an 84 nm defocus null), now trimmed to zero.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trains priced: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record's polarizing train (input polarizer, analyzer) and Feng's plain splitter.  Picometers identical — the camera is well-bound; the record's train costs light only (test throughput 0.271 vs 0.408, ×1.5 laser).  The plain splitter is the layout scored.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013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bench (runs/bench_{lens,oap}; the layout = bench_oap_vlayout.png, the engine's own render), gate tCophiBench 9/9 (registration, poke 1.001 converged, LO tilt, no-fringe refused by name, dark camera refused).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Reading the 30 nm working surface, station by station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mirror command through the heterodyne train on the mirror rig, plain splitter; the last column is the raw map against the engine's own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phi_stations_o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71" y="1298448"/>
            <a:ext cx="9604553" cy="2897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1436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COPHI, mirror rig: the command; the test arm and the LO at the camera; two of the four buckets; the recovered surface, 31.9 nm rms; recovered minus the engine's field, 0.31 pm rms; the flat DM reads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64515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figs (runs/figs_oap_plain), noise-free; the deck's station-figure format (row 1 flat DM, row 2 the working surface).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Performance side by side: H against the interferometer on the same surface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Same seed, same 30 nm surface, same response matrix measured through each reading; the heterodyne reading matches the interferometer's floor, reads the mirror rig's random surface at half its error, and is exact where the record's reading was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52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2382"/>
                <a:gridCol w="3239816"/>
                <a:gridCol w="2325624"/>
                <a:gridCol w="247091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reading, rig (estimator)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 nm on one actuator: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 nm on the grid: gain /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dense random 10 nm: gain / 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H, lens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0.9947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0.9964 / 2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0.9967 / 180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 I, lens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1.0001 / 1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1.0046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1.0053 / 179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H, mirror (one-step)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0.9941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0.9949 / 1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0.9950 / 118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 I, mirror (one-step)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0.9832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0.9838 / 2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0.9844 / 223 pm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H,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COPHI H,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1.0005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 I, lens (converged)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1.0064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interferometer I, mirror (converged)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0.9887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0.9896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96506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The one-step rows sit 0.5 % low for H on both rigs — and that is the estimator, not the reading:</a:t>
            </a:r>
            <a:r>
              <a:rPr sz="1500" b="0">
                <a:solidFill>
                  <a:srgbClr val="282828"/>
                </a:solidFill>
                <a:latin typeface="Arial"/>
              </a:rPr>
              <a:t> a synthetic 1.000 nm poke reads at slope 1.000000 at the pixel level; the LO placement, the vector sum, the polarizers and the mask each cleared; at λ_m = 10⁻⁵ the gain is 1.0007.  It is the one-step Tikhonov shrinkage at the record's λ_m = 10⁻³ — the "matrix bias" every gauge carries, now a number.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Driven to convergence (the gauge's servo use), H reads exactly on the mirror rig; the interferometer then shows its polarization gain in the open:</a:t>
            </a:r>
            <a:r>
              <a:rPr sz="1500" b="0">
                <a:solidFill>
                  <a:srgbClr val="282828"/>
                </a:solidFill>
                <a:latin typeface="Arial"/>
              </a:rPr>
              <a:t> I/H = 1.006–1.009 on the lens rig and 0.989 on the mirror rig.  The record's lens-rig "1.000" was +0.5–1 % of polarization gain cancelling the 0.5 % shrinkage.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1560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battery (runs/battery_{lens,oap}, the I column = redo96_&lt;optics&gt;ph: tail md5, lit 6948, seed 7, the 64-state matrix on the surface); the gain probe (runs/gainprobe_lens); the converged estimator (dm_gauge_lib/dmg_converge, gate tConvergedEst 4/4; runs/conv_H_, tg_psi_dm96_oap/runs/conv_I_); the one-step rows reproduce the record to the digit.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Photons for 1 pm, camera by camera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heterodyne read is photon-limited at full well: pixels × well × frame rate decides; Feng's baseline camera is seven minutes per picometer, the deepest-well 1k global-shutter part is 40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8" cy="2154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444"/>
                <a:gridCol w="1516997"/>
                <a:gridCol w="1516997"/>
              </a:tblGrid>
              <a:tr h="4686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camera (survey, to verify)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pm per reading,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seconds per pm,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as proposed: 1k², 60 ke, 30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57.7 / 53.7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443 / 385 (≈ 7 min)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MV1-D1024E, 200 ke, 150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39.5 / 36.5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42 / 36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5.5, true global-shutter mode, 30 ke, 50 fps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40.2 / 38.3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129 / 117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C-RED 2 (InGaAs), at 632.8 nm as a placeholder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19.6 / 18.7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 (the 1.3 µm stage)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59930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metric</a:t>
            </a:r>
            <a:r>
              <a:rPr sz="1200" b="0">
                <a:solidFill>
                  <a:srgbClr val="282828"/>
                </a:solidFill>
                <a:latin typeface="Arial"/>
              </a:rPr>
              <a:t> is the piston-free robust floor over the unpoked actuators (1.48 MAD, median of 12 draws): the raw single-actuator noise is mostly a common piston (165 vs 76 pm), unobservable and inert on a DM.  The composite deck puts every gauge on this metric.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Read noise is in every row</a:t>
            </a:r>
            <a:r>
              <a:rPr sz="1200" b="0">
                <a:solidFill>
                  <a:srgbClr val="282828"/>
                </a:solidFill>
                <a:latin typeface="Arial"/>
              </a:rPr>
              <a:t> (σ_φ² ∝ I₀ + r²): the Photonfocus's 220 e⁻ costs ~22 % in σ at half well and it still wins on well × rate; the baseline's read noise is assumed (Feng's deck gives none).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per-pixel noise measured on the bench equals the tCophi formula to 1.000 ± 0.002</a:t>
            </a:r>
            <a:r>
              <a:rPr sz="1200" b="0">
                <a:solidFill>
                  <a:srgbClr val="282828"/>
                </a:solidFill>
                <a:latin typeface="Arial"/>
              </a:rPr>
              <a:t> on every camera, rig and train — the model and the bench agree.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Rolling-shutter sCMOS are out:</a:t>
            </a:r>
            <a:r>
              <a:rPr sz="1200" b="0">
                <a:solidFill>
                  <a:srgbClr val="282828"/>
                </a:solidFill>
                <a:latin typeface="Arial"/>
              </a:rPr>
              <a:t> rows exposed in sequence see different beat phases — a phase ramp across the image; true global shutter, hardware trigger from the Rb clock, streamable at full frame.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Why the camera, not the pixel count:</a:t>
            </a:r>
            <a:r>
              <a:rPr sz="1200" b="0">
                <a:solidFill>
                  <a:srgbClr val="282828"/>
                </a:solidFill>
                <a:latin typeface="Arial"/>
              </a:rPr>
              <a:t> a 1k camera oversamples the 96 × 96 lattice ten to one; well depth × frame rate is the budget (NOTE_detectors_survey).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73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noise (runs/noise_{lens,oap}[_plain]), 12 draws, cameras binned onto the model grid (well × k², read × k, frame mean at half well).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Holding 3 pm: the servo at the camera's cadence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holds 3 pm against the record's drifts; the baseline camera needs a 16 s cycle, the Photonfocus 1.6 s; the LO's pointing is the term the loop cannot see past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4984"/>
                <a:gridCol w="2261455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drift (gain 0.5, 60 cycles, seed 77)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hold, pm rms, lens /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baseline camera (120 readings per cycle, 16 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2.75 / 2.68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 only, Photonfocus (60 readings, 1.6 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2.60 / 2.53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random walk 2 pm per 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3.60 / 3.54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thermal ramp 5 pm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10.3 (the lag rate/gG — every gauge)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 offset walk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2.85 / 2.77 (immune: zero-sum frames)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cycle of sensor latency (one beat)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3.65 / 3.55 (+0.9 pm)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differential fiber walk at the budget / at 3×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4.2 / 9.9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 drift, 0.1 nrad tilt + 1 pm defocus per cycle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29.6 / 29.4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 is read as the DM:</a:t>
            </a:r>
            <a:r>
              <a:rPr sz="1200" b="0">
                <a:solidFill>
                  <a:srgbClr val="282828"/>
                </a:solidFill>
                <a:latin typeface="Arial"/>
              </a:rPr>
              <a:t> the matrix takes an LO tilt as a DM tilt one-for-one (a 1 nrad tilt reads as a surface tilt of 1.008 × θ/2), and the loop drives the DM to follow it.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LO pointing must hold ~10 prad per cycle — ~10 pm of fiber-tip motion at the collimator's focal length — or be referenced.</a:t>
            </a:r>
            <a:r>
              <a:rPr sz="1200" b="0">
                <a:solidFill>
                  <a:srgbClr val="282828"/>
                </a:solidFill>
                <a:latin typeface="Arial"/>
              </a:rPr>
              <a:t>  That is the architecture requirement the plain-splitter layout adds, beside the fiber's.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fiber is the term:</a:t>
            </a:r>
            <a:r>
              <a:rPr sz="1200" b="0">
                <a:solidFill>
                  <a:srgbClr val="282828"/>
                </a:solidFill>
                <a:latin typeface="Arial"/>
              </a:rPr>
              <a:t> the four-step cannot cancel a differential fiber-phase walk within its own four frames.  Budget at the photon floor: </a:t>
            </a:r>
            <a:r>
              <a:rPr sz="1200" b="1">
                <a:solidFill>
                  <a:srgbClr val="282828"/>
                </a:solidFill>
                <a:latin typeface="Arial"/>
              </a:rPr>
              <a:t>3.5 × 10⁻³ rad per frame = 0.35 nm of differential OPD per 33 ms, ~10.6 nm/s, ~1 mK/s per meter of uncommon fiber</a:t>
            </a:r>
            <a:r>
              <a:rPr sz="1200" b="0">
                <a:solidFill>
                  <a:srgbClr val="282828"/>
                </a:solidFill>
                <a:latin typeface="Arial"/>
              </a:rPr>
              <a:t> — co-routed, thermally tied, or servoed.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Electronics, the rest:</a:t>
            </a:r>
            <a:r>
              <a:rPr sz="1200" b="0">
                <a:solidFill>
                  <a:srgbClr val="282828"/>
                </a:solidFill>
                <a:latin typeface="Arial"/>
              </a:rPr>
              <a:t> trigger jitter &lt; 2.9 × 10⁻³ rad, AOM drive ripple &lt; 1.8 × 10⁻³ — both easy with a Rb-locked DDS; latency one beat (133 ms at 7.5 Hz); the one-step and the converged estimator agree to 0.1 pm on every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2744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loop (runs/loop_{lens,oap}_plain, runs/loopfib_*), plain splitter, dmg_loop with the delay row; the noise stage's first fiber number was 2.3× low (a 12-draw Monte Carlo of three random numbers) and is replaced by the exact expectation.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Capture: from 480 nm rms to the servo in one reading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Two colors frequency-multiplexed on the same eight frames put zero wrong fringe orders on the whole capture ladder; a single color wraps from 40 nm rms; the temporal unwrapping a continuous reading gets free holds a running loop, not a cold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colors, one reading:</a:t>
            </a:r>
            <a:r>
              <a:rPr sz="1200" b="0">
                <a:solidFill>
                  <a:srgbClr val="282828"/>
                </a:solidFill>
                <a:latin typeface="Arial"/>
              </a:rPr>
              <a:t> 632.8 + 652.8 nm (synthetic Λ = 20.65 µm, range ±5.2 µm) at beats of 7.5 and 3.75 Hz — 4 and 8 frames in the same 30 fps, each color read by its own buckets (crosstalk 4 × 10⁻¹⁶ rad).  </a:t>
            </a:r>
            <a:r>
              <a:rPr sz="1200" b="1">
                <a:solidFill>
                  <a:srgbClr val="282828"/>
                </a:solidFill>
                <a:latin typeface="Arial"/>
              </a:rPr>
              <a:t>Zero wrong orders to 480 nm rms, noise-free and on both cameras</a:t>
            </a:r>
            <a:r>
              <a:rPr sz="1200" b="0">
                <a:solidFill>
                  <a:srgbClr val="282828"/>
                </a:solidFill>
                <a:latin typeface="Arial"/>
              </a:rPr>
              <a:t> (0.15 / 0.10 nm per pixel); the single color is 74 % wrong at 480.  </a:t>
            </a:r>
            <a:r>
              <a:rPr sz="1200" b="1">
                <a:solidFill>
                  <a:srgbClr val="282828"/>
                </a:solidFill>
                <a:latin typeface="Arial"/>
              </a:rPr>
              <a:t>A 200 nm rms figure is captured from cold in one multiplexed reading, 0.27 s.</a:t>
            </a:r>
            <a:r>
              <a:rPr sz="1200" b="0">
                <a:solidFill>
                  <a:srgbClr val="282828"/>
                </a:solidFill>
                <a:latin typeface="Arial"/>
              </a:rPr>
              <a:t>  Any Δλ from 1 to ~100 nm resolves (the fine requirement at Δλ = 20 nm is 1.7 nm against ~0.1 nm per pixel): the synthetic-wavelength ladder needs one rung for this job.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Temporal unwrapping:</a:t>
            </a:r>
            <a:r>
              <a:rPr sz="1200" b="0">
                <a:solidFill>
                  <a:srgbClr val="282828"/>
                </a:solidFill>
                <a:latin typeface="Arial"/>
              </a:rPr>
              <a:t> holds at 0.9 × λ/4 per reading, fails at 1.1 ×: 1.19 µm/s at the peak pixel (baseline camera), 5.9 µm/s (Photonfocus) — ~0.24 / 1.2 µm/s rms for a 30 nm-class shape.</a:t>
            </a:r>
          </a:p>
        </p:txBody>
      </p:sp>
      <p:pic>
        <p:nvPicPr>
          <p:cNvPr id="5" name="Picture 4" descr="cophi_block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256" y="1298448"/>
            <a:ext cx="3764046" cy="2458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774947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Two colors: a second laser (tunable), AOM 3/4 at the second beat, WDM combiners into the same two fibers, all four synthesizers on one reference; the processing adds the synthetic-wavelength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708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capture (runs/capture_{lens,oap}_plain); truth = the engine's per-pixel OPD unwrapped; λ₂ is a re-trace of both decks.  Caveat: the model's lenses are dispersion-free, so the tail's chromatic refocus (~0.5 mm of focuser travel for silica at Δλ = 20 nm, to verify) is not shown; its static part freezes into each color's null.  At 1.3 µm the base range doubles and telecom tunables are cheap (ruling 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Full resolution, faster: the lock-in camera class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camera reads the lattice in minutes; a per-pixel lock-in device reads it in a second — well-capped as surveyed, and 40× faster still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Ruling:</a:t>
            </a:r>
            <a:r>
              <a:rPr sz="1200" b="0">
                <a:solidFill>
                  <a:srgbClr val="282828"/>
                </a:solidFill>
                <a:latin typeface="Arial"/>
              </a:rPr>
              <a:t> every mode of interest (EFC probes among them) is commanded at full actuator resolution — no coarse or low-order sensor forms.  The second sensor class is a </a:t>
            </a:r>
            <a:r>
              <a:rPr sz="1200" b="1">
                <a:solidFill>
                  <a:srgbClr val="282828"/>
                </a:solidFill>
                <a:latin typeface="Arial"/>
              </a:rPr>
              <a:t>well-free, per-pixel demodulating reading at ≥ 1 element per actuator</a:t>
            </a:r>
            <a:r>
              <a:rPr sz="1200" b="0">
                <a:solidFill>
                  <a:srgbClr val="282828"/>
                </a:solidFill>
                <a:latin typeface="Arial"/>
              </a:rPr>
              <a:t>, assumed to exist at 1:1 or better.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Lock-in</a:t>
            </a:r>
            <a:r>
              <a:rPr sz="1200" b="0">
                <a:solidFill>
                  <a:srgbClr val="282828"/>
                </a:solidFill>
                <a:latin typeface="Arial"/>
              </a:rPr>
              <a:t> = synchronous detection inside each pixel: the photocurrent is steered into in-phase and quadrature stores by the external reference (our Rb-clocked beat), the DC never reaches the well, I/Q leave at the frame rate — COPHI's algorithm built into the sensor, with the beat at kHz.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Surveyed (unverified):</a:t>
            </a:r>
            <a:r>
              <a:rPr sz="1200" b="0">
                <a:solidFill>
                  <a:srgbClr val="282828"/>
                </a:solidFill>
                <a:latin typeface="Arial"/>
              </a:rPr>
              <a:t> Heliotis heliCam C4 / C4M — 542 × 512 (1024 × 1102), in-pixel lock-in 1–250 kHz, 500 ke⁻ well, 2 × 10-bit I/Q, external reference input; four generations shipped, one vendor.  Also ranked: brute-force 128² CMOS at 20–40 kfps; iToF demodulators with the beat moved to MHz; digital-pixel ROICs (Lincoln DFPA); silicon-photonic coherent FPAs.  SPADs and Geiger-mode arrays are unfit (count-rate ceilings).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60" cy="17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096"/>
                <a:gridCol w="1070864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the lock-in row (sheet: 512 sites = 5.45 per pitch, 500 ke, 1 kHz I/Q)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seconds per pm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as surveyed, well-capped at the 1 kHz I/Q rate (34 pm per sample)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if well-free at 10⁹ e⁻/s per element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0.29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if well-free at 10¹⁰ e⁻/s per element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Photonfocus camera (slide 7)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Feng's baseline (slide 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19354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Even well-capped the lock-in is ~40× the Photonfocus and ~400× the baseline</a:t>
            </a:r>
            <a:r>
              <a:rPr sz="1200" b="0">
                <a:solidFill>
                  <a:srgbClr val="282828"/>
                </a:solidFill>
                <a:latin typeface="Arial"/>
              </a:rPr>
              <a:t>; a verified well-free device (continuous, or I/Q ≥ 10 kHz) adds 4–40×.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vendor question that decides it:</a:t>
            </a:r>
            <a:r>
              <a:rPr sz="1200" b="0">
                <a:solidFill>
                  <a:srgbClr val="282828"/>
                </a:solidFill>
                <a:latin typeface="Arial"/>
              </a:rPr>
              <a:t> per-pixel phase noise vs flux at t_c = 100 ms, and whether the full well bounds each internal 1 MSa/s sample or the 5.6 kSa/s output — for Heliotis, through Dave.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9925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Stage format (runs/format_lens_plain); NOTE_lockin_arrays_survey.md (web survey, every number sourced, none verified by us).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Electronics: what each gauge needs behind the optics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adds an RF chain, a fiber LO and three control loops of its own; the lock-in camera moves the demodulation on-chip; the Zernike sensor remains a camera and a mask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3183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2180336"/>
                <a:gridCol w="1422916"/>
                <a:gridCol w="1751282"/>
                <a:gridCol w="2590438"/>
                <a:gridCol w="1897222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TG96 interferometer (record)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Zernike sensor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pinhole / P-SRI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COPHI, lock-in camera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HeNe, isolator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dedicated 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single-frequency laser, 1×2 coupler, PM fibers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modulation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piezo + HV driver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(mask stepper for the vector form)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pinhole stepper / shutter; phase shifter (P-SRI)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AOMs, 2 synthesizers, Rb standard, ×4 + mixer → trigger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same, beat at kHz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detector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sCMOS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 global-shutter camera, grabber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lock-in camera, I/Q out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latency per reading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frames + settle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 frame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1–5 frames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 frames = one beat (133 ms)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I/Q period (ms)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sensor's own loops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laser frequency; two RF chains; fiber phase; LO pointing (10 prad)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error terms carried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piezo nonlinearity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stepper repeatability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DDS phase noise → jitter; drive ripple → contrast; fiber walk; LO drift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reference phase noise; ADC bits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data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0.5 Gb/s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one frame per reading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frames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0.5 Gb/s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up to ~5 Gb/s if streamed at 1 kHz; decimate on-chip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62800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first cut, from the layouts as drawn; parts counts and TRL to follow in the composite deck's architecture table (campaign brief sec. 9.1).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COPHI against the Zernike sensor with a dedicated laser, for the hold job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Feng's deck poses this comparison; on our bench the answer is photons: the vector Zernike holds 3 pm from 2 × 10¹² photons per cycle, COPHI from ~1 × 10¹⁴ — but COPHI captures from cold, carries no reference-aging, and reads the surface absolutely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For hold alone,</a:t>
            </a:r>
            <a:r>
              <a:rPr sz="1200" b="0">
                <a:solidFill>
                  <a:srgbClr val="282828"/>
                </a:solidFill>
                <a:latin typeface="Arial"/>
              </a:rPr>
              <a:t> the vector Zernike sensor is the cheaper sensor by ~50× in photons per cycle (gauge deck: 2.2 × 10¹² vs the interferometer class at 2 × 10¹³ — and COPHI at the baseline camera's cadence needs 120 readings per cycle).  Both hold 3 pm.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For capture,</a:t>
            </a:r>
            <a:r>
              <a:rPr sz="1200" b="0">
                <a:solidFill>
                  <a:srgbClr val="282828"/>
                </a:solidFill>
                <a:latin typeface="Arial"/>
              </a:rPr>
              <a:t> the Zernike sensor's reference is the beam's own core and ages past 36–70 nm; COPHI with two colors captures 480 nm rms in one reading, with a reference that does not depend on the surface.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For an absolute read,</a:t>
            </a:r>
            <a:r>
              <a:rPr sz="1200" b="0">
                <a:solidFill>
                  <a:srgbClr val="282828"/>
                </a:solidFill>
                <a:latin typeface="Arial"/>
              </a:rPr>
              <a:t> the Zernike sensor needs its reference iterated or a matrix re-measured; COPHI reads the surface against the LO, exactly (slope 1.000000 at the pixel) — the matrix's shrinkage is the estimator's, and converges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COPHI pays:</a:t>
            </a:r>
            <a:r>
              <a:rPr sz="1200" b="0">
                <a:solidFill>
                  <a:srgbClr val="282828"/>
                </a:solidFill>
                <a:latin typeface="Arial"/>
              </a:rPr>
              <a:t> the RF chain and the fiber LO (slide 11); the fiber-phase budget (0.35 nm per frame); the LO pointing (10 prad per cycle) — two stabilities the Zernike sensor never needs; and a camera chosen for well × rate.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What decides it for a flight DM:</a:t>
            </a:r>
            <a:r>
              <a:rPr sz="1200" b="0">
                <a:solidFill>
                  <a:srgbClr val="282828"/>
                </a:solidFill>
                <a:latin typeface="Arial"/>
              </a:rPr>
              <a:t> if the hold loop is the only job, the Zernike sensor; if the same sensor must capture from cold and read absolutely, COPHI — and with a lock-in camera it is also the fastest full-lattice reading on the table.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hybrid Feng's purpose suggests:</a:t>
            </a:r>
            <a:r>
              <a:rPr sz="1200" b="0">
                <a:solidFill>
                  <a:srgbClr val="282828"/>
                </a:solidFill>
                <a:latin typeface="Arial"/>
              </a:rPr>
              <a:t> a Zernike sensor for the hold, COPHI's two-color read for capture and for the absolute figure at commissioning — one bench, two readings, one DM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4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Zernike rows are the gauge deck's (redo96_*sens, zloop); the COPHI rows this deck's.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Recommendations, and what to develop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COPHI is a credible fifth gauge: it matches the interferometer's floor, reads exactly, and captures from cold in one reading; its cost is the fiber and the LO, and its speed is the camera's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Score it in the composite deck</a:t>
            </a:r>
            <a:r>
              <a:rPr sz="1200" b="0">
                <a:solidFill>
                  <a:srgbClr val="282828"/>
                </a:solidFill>
                <a:latin typeface="Arial"/>
              </a:rPr>
              <a:t> as the fifth column, with the converged estimator for every gauge and the piston-free photon metric (both found here, both apply to the record).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Price the plain splitter</a:t>
            </a:r>
            <a:r>
              <a:rPr sz="1200" b="0">
                <a:solidFill>
                  <a:srgbClr val="282828"/>
                </a:solidFill>
                <a:latin typeface="Arial"/>
              </a:rPr>
              <a:t> (Feng's layout); the record's polarizing train costs ×1.5 of laser and nothing else.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Camera:</a:t>
            </a:r>
            <a:r>
              <a:rPr sz="1200" b="0">
                <a:solidFill>
                  <a:srgbClr val="282828"/>
                </a:solidFill>
                <a:latin typeface="Arial"/>
              </a:rPr>
              <a:t> the Photonfocus-class 1k global-shutter part (42 s per pm, 3 pm held in 1.6 s cycles) over Feng's baseline (7 min, 16 s); verify the survey against the vendor sheets before a part is named.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colors from the start:</a:t>
            </a:r>
            <a:r>
              <a:rPr sz="1200" b="0">
                <a:solidFill>
                  <a:srgbClr val="282828"/>
                </a:solidFill>
                <a:latin typeface="Arial"/>
              </a:rPr>
              <a:t> capture from cold in one reading; at 1.3 µm, telecom tunables and twice the base range — the InGaAs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Develop:</a:t>
            </a:r>
            <a:r>
              <a:rPr sz="1200" b="0">
                <a:solidFill>
                  <a:srgbClr val="282828"/>
                </a:solidFill>
                <a:latin typeface="Arial"/>
              </a:rPr>
              <a:t> the fiber-phase stabilization (co-routing, thermal tie, or a servo) to 0.35 nm per frame; the LO pointing to 10 prad per cycle or a referenced LO; the lock-in camera as the full-resolution fast reading — one vendor question away from a number.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Model next:</a:t>
            </a:r>
            <a:r>
              <a:rPr sz="1200" b="0">
                <a:solidFill>
                  <a:srgbClr val="282828"/>
                </a:solidFill>
                <a:latin typeface="Arial"/>
              </a:rPr>
              <a:t> the chromatic refocus of the tail at Δλ = 20 nm (dispersive glass in the model); the LO referenced against the test arm's own flat; the electronics table's parts counts and TRL for all five gauges; Kent's ZWFS reconstruction when it arrives.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Open in the record:</a:t>
            </a:r>
            <a:r>
              <a:rPr sz="1200" b="0">
                <a:solidFill>
                  <a:srgbClr val="282828"/>
                </a:solidFill>
                <a:latin typeface="Arial"/>
              </a:rPr>
              <a:t> the lens rig's +0.1–0.2 % converged gain (a matrix-model term); the mirror-rig loop rows on the fixed feed (rerun in flight).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49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Everything reproduces from templates/40_benches/cophi_dm96/ (cophi_run, the stage tags in each footnote); gates tCophi, tCophiBench, tConvergedEst, tDmgLoop.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Feng's N-frame algebra, and ours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least squares; the sign convention differs by the direction of the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Feng: I = I₀(1 + γ cos(φ + 2πf_h t)), α_k = 0, π/2, π, 3π/2; φ = atan2(I₄ − I₂, I₁ − I₃).  N frames: the linear least squares for (I₀, I₀γ cos φ, I₀γ sin φ).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Ours (the record's sign): I_k = I₀[1 + γ sinc(π/N) cos(φ − α_k)], α_k the bucket centers; φ = atan2(I₂ − I₄, I₁ − I₃) + α₁ for N = 4; the N-bucket least squares dmg_cophi_recon is the same solve.  Surface h = φ λ/4π about a frozen null.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colors on one camera: the beats 7.5 and 3.75 Hz are both integer frame counts at 30 fps (4 and 8), so one 8-frame set serves both colors; each color's frames are demodulated at its own bucket centers; the colors do not interfere (THz apart).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Synthetic wavelength Λ = λ₁λ₂/|λ₁ − λ₂|; range ±Λ/4 of surface; the coarse phase's noise is amplified Λ/λ and must resolve the fine fringe — one rung suffices here (Λ = 20.65 µm); a ladder is needed only for ranges beyond ±5 µm.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detector survey, and its caveats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Web surveys, every number sourced, none verified by us; the rows the deck uses and the question each needs answered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1868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48"/>
                <a:gridCol w="4757169"/>
                <a:gridCol w="4576517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the number the deck uses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 verify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Feng's baseline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1k², 60 ke⁻, 30 fps, read noise assumed 5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part itself (not named in the deck)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Photonfocus MV1-D1024E-160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1024², 200 ke⁻, 150 fps, 220 e⁻ read, 10.6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datasheet; ROI frame rates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pco.edge 5.5 GS mode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2560 × 2160, 30 ke⁻, 50 fps GS, 2.2 e⁻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GS-mode well and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First Light C-RED 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640 × 512 InGaAs, 1.4 Me⁻, 600 fps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 noise at low gain; the 1.3 µm stage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Heliotis heliCam C4 / C4M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542 × 512 / 1024 × 1102, 1–250 kHz, 500 ke⁻, 2 × 10-bit I/Q, external reference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 noise; whether the well bounds the internal sample or the output; price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31355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NOTE_detectors_survey.md (2026-10-09), NOTE_lockin_arrays_survey.md (2026-10-11); the 1 pm yardstick: 2 × 10⁻⁵ rad of phase at 633 nm double pass → ~2.5 × 10⁹ e⁻/s per element shot-limited.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Run tags and records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in this deck, where it came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4395543"/>
                <a:gridCol w="5446651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bench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runs/bench_{lens,oap}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registration PASS, null 0.000 / 0.746 nm, contrast 0.982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runs/battery_{lens,oap}, I = redo96_&lt;optics&gt;ph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vs I same surface; the 0.5 % one-step shrinkage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gain probe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runs/gainprobe_lens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reading exact (slope 1.000000); λ_m names the 0.5 %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converged estimator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runs/conv_H_, tg_psi_dm96_oap/runs/conv_I_ph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 1.0000 mirror; I/H 1.006–1.009 / 0.989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noise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runs/noise_{lens,oap}[_plain]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pm per reading per camera; both trains; electronics terms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loop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runs/loop_{lens,oap}_plain, runs/loopfib_*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 pm held; LO 29.6 pm; fiber 4.2 / 9.9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capture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runs/capture_{lens,oap}_plain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colors: zero wrong orders to 480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runs/format_lens_plain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lock-in class: 1.1 s per pm well-capped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figs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runs/figs_oap_plain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station figure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24510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MACOS_resources/mmacos/templates/40_benches/cophi_dm96/, README per stage; gates tCophi 8, tCophiBench 9, tConvergedEst 4, tDmgLoop 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