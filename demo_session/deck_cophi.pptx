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681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565392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133856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reference, fed to the pixels' transfer gates; the camera is drawn as the chain inside one pixel (slide 6: photodiode → gates → nodes → A − B, C − D) in series with the frame grabber; the processing is atan2(Q, I) per sample,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24028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