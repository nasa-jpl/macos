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4400" y="1335024"/>
            <a:ext cx="10287000" cy="5175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35331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9);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14)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15); the record's loop at the camera's cadence; two colors from cold (slides 16–17)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3817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745"/>
                <a:gridCol w="840420"/>
                <a:gridCol w="3388793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sample, mirror / lens (63 / 66 at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lens; 4.0 / 4.4 at 100 e⁻ read); ×1.23 in time for the two-tap square wave;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at 2.5 × 10⁹); analytic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Questions for the vendor:</a:t>
            </a:r>
            <a:r>
              <a:rPr sz="1400" b="0">
                <a:solidFill>
                  <a:srgbClr val="282828"/>
                </a:solidFill>
                <a:latin typeface="Arial"/>
              </a:rPr>
              <a:t> do the nodes hold the full DC before A − B is formed, or only the difference (slide 6)? is the 1 MSa/s internal sampling an analog accumulation read once per output sample? phase noise per pixel vs flux at t_c = 100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28600" y="1188720"/>
            <a:ext cx="11905488" cy="4599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577900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square wave at the beat f_b = |f₁ − f₂| (5 kHz), locked to the AOMs through the Rb clock, fed to the camera's reference input — one clock; software does only atan2(Q, I).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ADC is on chip:</a:t>
            </a:r>
            <a:r>
              <a:rPr sz="1200" b="0">
                <a:solidFill>
                  <a:srgbClr val="282828"/>
                </a:solidFill>
                <a:latin typeface="Arial"/>
              </a:rPr>
              <a:t> readouts are digital I and 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2512" y="5788152"/>
            <a:ext cx="5733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1 sample per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well empties every 1 ms sample — 5 × 10⁸ e⁻/s per pixel usable vs the Photonfocus's 3 × 10⁷ (200 ke × 150 fps); that 17× in photons is most of 42 → 3.4 s per pm (the vendor's drain question: slide 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6601968"/>
            <a:ext cx="7452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57400" y="1554480"/>
            <a:ext cx="10122408" cy="5102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500" b="0">
                <a:solidFill>
                  <a:srgbClr val="282828"/>
                </a:solidFill>
                <a:latin typeface="Arial"/>
              </a:rPr>
              <a:t> synthesizer 2 at 80 MHz + 5 kHz; the trigger chain becomes the 5 kHz reference to the pixels' gates; the camera is one pixel's chain (slide 6) ending in the sensor's ADCs — digital I/Q out to a GigE receiver; atan2(Q, I) per sample.  Fiber, LO, loop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1783080"/>
            <a:ext cx="6629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5683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pixel chain's inputs and outputs are slide 6's.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152144"/>
            <a:ext cx="11585448" cy="36484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25780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5720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0224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15)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11); what resolution buys and costs is slide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20):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2823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720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4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4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722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92"/>
                <a:gridCol w="936580"/>
                <a:gridCol w="805130"/>
                <a:gridCol w="377918"/>
                <a:gridCol w="1232342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54496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432304" y="2148840"/>
            <a:ext cx="7333488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Two colors, one camera, one 8-frame set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beats 7.5 and 3.75 Hz = 4 and 8 frames per beat at the same 30 fps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each color demodulated at its own bucket centers from the same frames; no interference (THz apart)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lock-in form: time-multiplexed, one color per 1 ms sample (slide 18)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751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two colors take alternate 1 ms samples, each color's AOM pair gated on for its sample, so ONE color is on the sensor at a time (500 Hz per color, 2 ms per pair) — zero wrong orders to 480 nm rms, 0.12 nm per pixel; temporal unwrapping at 1 kHz tolerates 158 µm/s.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pixel has one reference and one pair of accumulators: both colors on at once would put the second beat and the second color's DC into A−B and C−D.  That form works only with beats an integer number of kHz apart (the cross term then integrates to zero over the 1 ms sample, square-wave harmonics included) and costs √2 in shot noise and half the well per color; not modeled.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bench, four sensors: COPHI's LO beside the record gauges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testbed keeps every sensor: the LO collimator at the flat's seat, an insertable reference flat in the LO path for the IFO, and a pick-off behind the splitter that feeds the Zernike and pinhole arms from the test beam alone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multisen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6951" y="1298448"/>
            <a:ext cx="7297791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50468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COPHI:</a:t>
            </a:r>
            <a:r>
              <a:rPr sz="1200" b="0">
                <a:solidFill>
                  <a:srgbClr val="282828"/>
                </a:solidFill>
                <a:latin typeface="Arial"/>
              </a:rPr>
              <a:t> LO on, flat out — the beat on the pupil camera; </a:t>
            </a:r>
            <a:r>
              <a:rPr sz="1200" b="1">
                <a:solidFill>
                  <a:srgbClr val="282828"/>
                </a:solidFill>
                <a:latin typeface="Arial"/>
              </a:rPr>
              <a:t>IFO:</a:t>
            </a:r>
            <a:r>
              <a:rPr sz="1200" b="0">
                <a:solidFill>
                  <a:srgbClr val="282828"/>
                </a:solidFill>
                <a:latin typeface="Arial"/>
              </a:rPr>
              <a:t> flat in (flip mount), LO shuttered — the record's four-step on the SAME camera and pixels, one registration for both.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ZWFS and pinhole / P-SRI:</a:t>
            </a:r>
            <a:r>
              <a:rPr sz="1200" b="0">
                <a:solidFill>
                  <a:srgbClr val="282828"/>
                </a:solidFill>
                <a:latin typeface="Arial"/>
              </a:rPr>
              <a:t> a 10–30 % pick-off on the camera port, taken before the LO joins the test beam, so each reads the DM alone; the pick-off costs the pupil camera that fraction of its photons (seconds per pm × 1.1–1.4).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5046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the extra sensors buy:</a:t>
            </a:r>
            <a:r>
              <a:rPr sz="1200" b="0">
                <a:solidFill>
                  <a:srgbClr val="282828"/>
                </a:solidFill>
                <a:latin typeface="Arial"/>
              </a:rPr>
              <a:t> an independent hold cross-check, each gauge's own systematics on the same surface at the same time, and the Zernike's photon economy for a hold-only mode.  Capture from cold stays COPHI's two colors (slide 18): the Zernike captures 62 nm (vector) / 39 nm (stepped) to 10 % and has its own piston null.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Costs:</a:t>
            </a:r>
            <a:r>
              <a:rPr sz="1200" b="0">
                <a:solidFill>
                  <a:srgbClr val="282828"/>
                </a:solidFill>
                <a:latin typeface="Arial"/>
              </a:rPr>
              <a:t> two more cameras with their own registrations; the flip flat's repeatability enters the IFO's null only (COPHI never sees it).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2085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make_cophi_multisensor_fig.py; the Zernike capture rows are zwfs_dm96/runs/an193_* (capture range to 10 %); nothing in the model moves.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223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63367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19); the lock-in's demodulation form from the vendor (two-tap square-wave assumed).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20624" y="638251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