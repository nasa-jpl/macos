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0909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format stage's first 1.1 s counted four full wells per sample; a true I/Q sample integrates into one store — corrected by the lock-in reading itself); a verified well-free device (continuous, or I/Q ≥ 10 kHz) at the sheet's own 2.5 × 10⁹ e⁻/s per element would be ~18 pm per sample, ~0.34 s per pm — 10× the capped form; that is what the vendor question decides.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8911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9).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3089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956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 (mirror rig, median-fill convention): </a:t>
            </a:r>
            <a:r>
              <a:rPr sz="1200" b="1">
                <a:solidFill>
                  <a:srgbClr val="282828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zero wrong orders to 480 nm rms, 0.12 nm per pixel; temporal unwrapping at 1 kHz tolerates 158 µm/s at the peak pixel.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are TO's records on an IMX250MZR-class camera (2448 × 2048, 75 fps; well ~10 ke⁻ and read 2.4 e⁻ unconfirmed; the IFO's four analyzer frames in one exposure; S and P on the mono variant at 18.8 readings/s).  The sensors are 10–40× slower than photons ÷ full-sensor rate would say: the ZWFS image's bright core sets the exposure (dynamic range), the frame mean sits at half well, and two polarization orientations go unused — the IFO's uniform pupil does not pay those.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915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5624"/>
                <a:gridCol w="4124927"/>
                <a:gridCol w="1189883"/>
                <a:gridCol w="713929"/>
                <a:gridCol w="3014370"/>
              </a:tblGrid>
              <a:tr h="84582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polarization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 (1k², 60 ke, 30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 (200 ke, 150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cycle to hold 3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 at the capped 250 ke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polarization camera (519 s per pm ÷ 9; its 10 ke⁻ well, the core's dynamic range and two unused orientations — the gauge deck's photon count stands,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(polarization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for square-wave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 on alternate I/Q samples, zero wrong orders to 480 nm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needs the reference iterated or a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through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phase 0.39 nm per frame; LO pointing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pointing the same (29.4 pm); fiber walk a piston per sample — inert: the loop at the budget and at 3× reads its noise-only hold to the digit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electronics it adds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chain, fiber LO, two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kHz; demodulation on-chip; I/Q data at 1 kHz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resolution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pixel-by-pixel from two images, wants ≥ 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735977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500" b="0">
                <a:solidFill>
                  <a:srgbClr val="282828"/>
                </a:solidFill>
                <a:latin typeface="Arial"/>
              </a:rPr>
              <a:t> the vector Zernike sensor is the cheapest in photons by ~50× and needs no stabilities of its own — but on the assumed polarization camera (10 ke⁻ well) it is the slowest in time, ~60 s per 3 pm cycle; Feng's camera makes COPHI slow (16 s cycles); the Photonfocus makes it fast (1.6 s); </a:t>
            </a:r>
            <a:r>
              <a:rPr sz="1500" b="1">
                <a:solidFill>
                  <a:srgbClr val="282828"/>
                </a:solidFill>
                <a:latin typeface="Arial"/>
              </a:rPr>
              <a:t>the lock-in makes COPHI the fastest reading on the table</a:t>
            </a:r>
            <a:r>
              <a:rPr sz="1500" b="0">
                <a:solidFill>
                  <a:srgbClr val="282828"/>
                </a:solidFill>
                <a:latin typeface="Arial"/>
              </a:rPr>
              <a:t> (0.125 s cycles at 3.09 pm, 3.35 s per pm; records) — if its well behaves as surveyed — and its fiber term is a per-sample piston, inert (record).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500" b="0">
                <a:solidFill>
                  <a:srgbClr val="282828"/>
                </a:solidFill>
                <a:latin typeface="Arial"/>
              </a:rPr>
              <a:t> COPHI in either form: a reference that does not depend on the surface, two colors for 480 nm rms in one reading.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500" b="0">
                <a:solidFill>
                  <a:srgbClr val="282828"/>
                </a:solidFill>
                <a:latin typeface="Arial"/>
              </a:rPr>
              <a:t> hold only and photons scarce → the Zernike sensor, with a camera chosen for it; hold + capture + absolute, or speed → COPHI, and with the lock-in camera it is the fastest by 20–500×; </a:t>
            </a:r>
            <a:r>
              <a:rPr sz="1500" b="1">
                <a:solidFill>
                  <a:srgbClr val="282828"/>
                </a:solidFill>
                <a:latin typeface="Arial"/>
              </a:rPr>
              <a:t>the hybrid Feng's purpose suggests</a:t>
            </a:r>
            <a:r>
              <a:rPr sz="15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remains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15326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