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Not stated: the camera, the photon budget, the error terms,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transfers from the gauge deck unchanged: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(both rigs), the 96 × 96 DM truth, the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 by construction: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record's interferometer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330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52144"/>
            <a:ext cx="10561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994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full lattice in a second — the parallel implementation, same optics, same RF chain; its rows run through every results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implementation is a </a:t>
            </a:r>
            <a:r>
              <a:rPr sz="1200" b="1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 the photocurrent is steered into in-phase and quadrature stores by the external reference (our Rb-clocked beat, now at kHz), the DC never reaches the well, I and Q leave at the frame rate — the four-bucket replaced by thousands of cycles integrated on-chip.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617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4941"/>
                <a:gridCol w="1467050"/>
                <a:gridCol w="1892968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34 pm per 1 ms I/Q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1.1 (well-capped at the I/Q rate)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 at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0.29 / 0.029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frame, 1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06222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Even well-capped the lock-in is ~40× the Photonfocus and ~400× Feng's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; a verified well-free device (continuous, or I/Q ≥ 10 kHz) adds 4–40×.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vendor question that decides it:</a:t>
            </a:r>
            <a:r>
              <a:rPr sz="1200" b="0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56793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laser, fibers, LO and bench; the beat moves to 5 kHz; the mixer gives the beat itself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beat reference; the camera is the lock-in device; the processing is atan2(Q, I) per I/Q frame, decimated to the loop rate.  Fiber, LO and the hold loop are the same — and so are their requirements.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 of it, and what the gate measured: the quarter-cycle integration costs 10 % of contrast, a step error is not cured by more frames, and the photon law carries read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"Integrating bucket"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through a quarter of the cycle.  Averaging a cosine over a window D = 2π/N keeps its phase (referred to the window's center ᾱ_k) and shrinks its amplitude by sinc(D/2): </a:t>
            </a:r>
            <a:r>
              <a:rPr sz="1200" b="1">
                <a:solidFill>
                  <a:srgbClr val="282828"/>
                </a:solidFill>
                <a:latin typeface="Arial"/>
              </a:rPr>
              <a:t>0.900 for four frames per beat</a:t>
            </a:r>
            <a:r>
              <a:rPr sz="1200" b="0">
                <a:solidFill>
                  <a:srgbClr val="282828"/>
                </a:solidFill>
                <a:latin typeface="Arial"/>
              </a:rPr>
              <a:t> — nothing else changes.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phase (3)</a:t>
            </a:r>
            <a:r>
              <a:rPr sz="1200" b="0">
                <a:solidFill>
                  <a:srgbClr val="282828"/>
                </a:solidFill>
                <a:latin typeface="Arial"/>
              </a:rPr>
              <a:t> is a least-squares fit of the N frames to a + b cos ᾱ_k + c sin ᾱ_k; for N = 4 it reduces exactly to the four-step atan2, the same algorithm as Feng's (his sign is for cos(φ + 2πft)).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if every step is D(1 + ε) instead of D, the four-bucket phase comes out wrong by (ε/2) sin 2φ — the classical phase-shifting result (Schwider 1983, Creath 1988): an error that oscillates twice per fringe, so a flat surface reads as a ripple at twice the fringe frequency with amplitude ε/2.  </a:t>
            </a:r>
            <a:r>
              <a:rPr sz="1200" b="1">
                <a:solidFill>
                  <a:srgbClr val="282828"/>
                </a:solidFill>
                <a:latin typeface="Arial"/>
              </a:rPr>
              <a:t>Measured: more buckets do not cure it</a:t>
            </a:r>
            <a:r>
              <a:rPr sz="1200" b="0">
                <a:solidFill>
                  <a:srgbClr val="282828"/>
                </a:solidFill>
                <a:latin typeface="Arial"/>
              </a:rPr>
              <a:t> (the plain 8-bucket fit with the same per-step error is 1.43× worse; the ramp accumulates); </a:t>
            </a:r>
            <a:r>
              <a:rPr sz="1200" b="1">
                <a:solidFill>
                  <a:srgbClr val="282828"/>
                </a:solidFill>
                <a:latin typeface="Arial"/>
              </a:rPr>
              <a:t>knowing the steps does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fit at the true ᾱ_k is exact) — a Rb-clocked scan knows them.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(slope −0.500 ± 0.02 over two decades), read noise in quadrature.  A fiber walk or trigger jitter within a scan is a fixed fraction of its size (0.13 w), no better with 8 buckets — no algorithmic cure.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193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87" y="1298448"/>
            <a:ext cx="3868224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12).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sz="1200" b="0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013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of what is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the model's camera grid is 1024 × 1024 with the pupil 315 px across (radius 157.45 px)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pixels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pixels); every real camera on the table samples finer (5–21 px per actuator, slide 9).  What resolution buys, and what it costs each gauge, is slide 16.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81253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set by well depth × frame rate, not by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3371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9369"/>
                <a:gridCol w="1538122"/>
                <a:gridCol w="2073122"/>
                <a:gridCol w="1404373"/>
                <a:gridCol w="2273747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 per 1 ms I/Q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 (well-capped at 1 kHz)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 (same 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8166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1 : 1</a:t>
            </a:r>
            <a:r>
              <a:rPr sz="1500" b="0">
                <a:solidFill>
                  <a:srgbClr val="282828"/>
                </a:solidFill>
                <a:latin typeface="Arial"/>
              </a:rPr>
              <a:t> (ruling: every mode of interest is commanded at full actuator resolution, so nothing coarser is modeled): a camera's photons per second are pixels × well × rate over the pupil, and binning finer pixels onto the lattice changes nothing but the read noise per sample.  Below ~1.5 pixels per actuator the actuator-space fit collapses (the blur demo's box kernel), which is why 5 pixels per actuator is the floor on this table.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photons,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61949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same 30 nm surface, same response matrix measured through each reading: HET matches the IFO's floor, reads the mirror rig's random surface at half its error, and is exact where the IFO's reading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7668"/>
                <a:gridCol w="5134530"/>
                <a:gridCol w="2325624"/>
                <a:gridCol w="24709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(both rigs)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gains as HET above — the reading is the same algebra, exact at the pixel; floor at its own photon rate: not yet run (TO)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310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and that is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gauge's servo use), HET reads exactly on the mirror rig; the IFO then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on the lens rig and 0.989 on the mirror rig.  The IFO's lens-rig "1.000" was +0.5–1 % of polarization gain cancelling the 0.5 %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18159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7" cy="3943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3274"/>
                <a:gridCol w="1209956"/>
                <a:gridCol w="721728"/>
                <a:gridCol w="488227"/>
                <a:gridCol w="827864"/>
                <a:gridCol w="945388"/>
              </a:tblGrid>
              <a:tr h="8458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(format stage;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 (survey)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 per 1 ms I/Q frame; 1.07 in 1 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 per frame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110 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38810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rate; the baseline's and the C-RED's read noise are assumed (not in Feng's deck; the survey's low-gain value unconfirmed).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  A hold loop never needs SNR 10 in one measurement: it integrates readings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sz="1200" b="0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4041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30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0398"/>
                <a:gridCol w="288604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(I/Q frames at 1 kHz; ~44 frames per cycle, a 44 ms cycle)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~2.6 (derived from the format stage's 34 pm per frame; the loop not yet run with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one I/Q frame for the lock-in)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lock-in: 1 ms, negligible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sz="1200" b="0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floor: </a:t>
            </a:r>
            <a:r>
              <a:rPr sz="1200" b="1">
                <a:solidFill>
                  <a:srgbClr val="282828"/>
                </a:solidFill>
                <a:latin typeface="Arial"/>
              </a:rPr>
              <a:t>3.5 × 10⁻³ rad per frame = 0.35 nm of differential OPD per 33 ms, ~10.6 nm/s, ~1 mK/s per meter of uncommon fiber</a:t>
            </a:r>
            <a:r>
              <a:rPr sz="1200" b="0">
                <a:solidFill>
                  <a:srgbClr val="282828"/>
                </a:solidFill>
                <a:latin typeface="Arial"/>
              </a:rPr>
              <a:t> — co-routed, thermally tied, or servoed.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estimator's regularization (λ_m) is a spatial low-pass over the response matrix's small-singular-value directions, where photon and read noise live — it trades a 0.5 % gain for a lower floor (the converged estimator removes the bias but admits ×2.1 the white noise if run to a zero update); and the loop itself averages across cycles at gain g (steady state σ_n √(g/(2 − g)), plus M readings per cycle).  In the loop the one-step and the converged estimator agree to 0.1 pm on every row, so the bias costs nothing there; the converged mode is for the open-loop absolute read.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2.9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6507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3.5 × 10⁻³ rad/frame;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the temporal unwrapping a continuous reading gets free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read by its own buckets per color (crosstalk 4 × 10⁻¹⁶ rad).  </a:t>
            </a:r>
            <a:r>
              <a:rPr sz="1200" b="1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sz="1200" b="0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sz="1200" b="1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sz="1200" b="0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are read on alternate I/Q frames (2 ms per pair) — the same synthetic-wavelength capture, sequential; temporal unwrapping at 1 kHz tolerates 0.9 × λ/4 per ms ≈ 140 µm/s at the peak pixel (derived from the frame rate; not yet run).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962"/>
                <a:gridCol w="2130485"/>
                <a:gridCol w="1822126"/>
                <a:gridCol w="1345570"/>
                <a:gridCol w="1990322"/>
                <a:gridCol w="2398268"/>
              </a:tblGrid>
              <a:tr h="65722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~180–260 s (assumed polarization camera, 3.8 × 10¹² e⁻/s)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~32 s stepped / ~12 s vector (same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~39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6053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polarization-camera timings are a first cut: the gauge deck's photons per measurement divided by an assumed Sony IMX250MZR-class camera (2448 × 2048, ~10 ke⁻, 75 fps → 3.8 × 10¹² e⁻/s); TO runs them through the noise hook for the composite deck.  Parts counts and TRL to follow (campaign brief sec. 9.1).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resolution: IFO, vector ZWFS, HET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11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54"/>
                <a:gridCol w="3669907"/>
                <a:gridCol w="917476"/>
                <a:gridCol w="877586"/>
                <a:gridCol w="1874844"/>
                <a:gridCol w="1196708"/>
                <a:gridCol w="1116928"/>
                <a:gridCol w="1116928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1k²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two images per pol.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65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sz="1500" b="0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reads to 2 pm there); the collapse band is the blur demo's; the 5–20 rows follow from the well-bound photon rule and the data rates.  </a:t>
            </a:r>
            <a:r>
              <a:rPr sz="1500" b="1">
                <a:solidFill>
                  <a:srgbClr val="282828"/>
                </a:solidFill>
                <a:latin typeface="Arial"/>
              </a:rPr>
              <a:t>A per-gauge sweep at 1, 1.5, 2, 4 px per actuator is a one-day format run — the item that turns this table into records.</a:t>
            </a:r>
            <a:r>
              <a:rPr sz="1500" b="0">
                <a:solidFill>
                  <a:srgbClr val="282828"/>
                </a:solidFill>
                <a:latin typeface="Arial"/>
              </a:rPr>
              <a:t>  Where the three differ: the IFO and HET read against a reference and are indifferent above 2;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668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photons: the vector Zernike holds 3 pm from 2 × 10¹² photons per cycle, COPHI from ~1 × 10¹⁴ — but COPHI captures from cold, carries no reference-aging, and reads the surface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hold alone,</a:t>
            </a:r>
            <a:r>
              <a:rPr sz="1200" b="0">
                <a:solidFill>
                  <a:srgbClr val="282828"/>
                </a:solidFill>
                <a:latin typeface="Arial"/>
              </a:rPr>
              <a:t> the vector Zernike sensor is the cheaper sensor by ~50× in photons per cycle (gauge deck: 2.2 × 10¹² vs the interferometer class at 2 × 10¹³ — and COPHI at Feng's camera's cadence needs 120 readings per cycle).  Both hold 3 pm.  </a:t>
            </a:r>
            <a:r>
              <a:rPr sz="1200" b="1">
                <a:solidFill>
                  <a:srgbClr val="282828"/>
                </a:solidFill>
                <a:latin typeface="Arial"/>
              </a:rPr>
              <a:t>Resolution is a wash:</a:t>
            </a:r>
            <a:r>
              <a:rPr sz="1200" b="0">
                <a:solidFill>
                  <a:srgbClr val="282828"/>
                </a:solidFill>
                <a:latin typeface="Arial"/>
              </a:rPr>
              <a:t> both read the full lattice at 5–10 pixels per actuator.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capture,</a:t>
            </a:r>
            <a:r>
              <a:rPr sz="1200" b="0">
                <a:solidFill>
                  <a:srgbClr val="282828"/>
                </a:solidFill>
                <a:latin typeface="Arial"/>
              </a:rPr>
              <a:t> the Zernike sensor's reference is the beam's own core and ages past 36–70 nm; COPHI with two colors captures 480 nm rms in one reading, with a reference that does not depend on the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an absolute read,</a:t>
            </a:r>
            <a:r>
              <a:rPr sz="1200" b="0">
                <a:solidFill>
                  <a:srgbClr val="282828"/>
                </a:solidFill>
                <a:latin typeface="Arial"/>
              </a:rPr>
              <a:t> the Zernike sensor needs its reference iterated or a matrix re-measured; COPHI reads the surface against the LO, exactly (slope 1.000000 at the pixel) — the matrix's shrinkage is the estimator's, and converges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COPHI pays: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RF chain and the fiber LO (slide 15); the fiber-phase budget (0.35 nm per frame); the LO pointing (10 prad per cycle) — two stabilities the Zernike sensor never needs; and a camera chosen for well × rate.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sz="1200" b="0">
                <a:solidFill>
                  <a:srgbClr val="282828"/>
                </a:solidFill>
                <a:latin typeface="Arial"/>
              </a:rPr>
              <a:t> if the hold loop is the only job, the Zernike sensor; if the same sensor must capture from cold and read absolutely, COPHI — and with a lock-in camera it is also the fastest full-lattice reading on the table.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hybrid Feng's purpose suggests:</a:t>
            </a:r>
            <a:r>
              <a:rPr sz="1200" b="0">
                <a:solidFill>
                  <a:srgbClr val="282828"/>
                </a:solidFill>
                <a:latin typeface="Arial"/>
              </a:rPr>
              <a:t> a Zernike sensor for the hold, COPHI's two-color read for capture and for the absolute figure at commissioning — one bench, two readings, one DM truth.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(redo96_*sens, zloop); the COPHI rows this deck's.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and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</a:t>
            </a:r>
            <a:r>
              <a:rPr sz="1200" b="0">
                <a:solidFill>
                  <a:srgbClr val="282828"/>
                </a:solidFill>
                <a:latin typeface="Arial"/>
              </a:rPr>
              <a:t> (1.1 s per pm as surveyed) — one vendor question from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16); the polarization-camera timings through the noise hook (slide 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746659"/>
                <a:gridCol w="2117216"/>
                <a:gridCol w="4234432"/>
                <a:gridCol w="74388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0.35 nm per 33 ms frame (~10 nm/s; ~1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the lock-in's 1 ms frame relaxes the per-frame budget 30×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40× the Photonfocus's speed as surveyed; the well-free question is another 4–40×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4395543"/>
                <a:gridCol w="544665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lock-in class: 1.1 s per pm well-capped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451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