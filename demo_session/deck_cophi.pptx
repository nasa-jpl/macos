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7).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9);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13)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11)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14); the record's loop at the camera's cadence; two colors from cold (slides 16–17)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Ruling:</a:t>
            </a:r>
            <a:r>
              <a:rPr sz="1400" b="0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Lock-in</a:t>
            </a:r>
            <a:r>
              <a:rPr sz="14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the DC term never reaches the well; I and Q leave at the frame rate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400" b="0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also ranked: 128² CMOS at 20–40 kfps, time-of-flight demodulators, digital-pixel ROICs, coherent photonic arrays; not fit: SPAD / Geiger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8" cy="3817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5745"/>
                <a:gridCol w="840420"/>
                <a:gridCol w="3388793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sample, mirror / lens (63 / 66 at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lens; 4.0 / 4.4 at 100 e⁻ read); ×1.23 in time for the two-tap square wave;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at 2.5 × 10⁹); analytic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0624" y="484632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 marL="0" indent="0">
              <a:spcAft>
                <a:spcPts val="600"/>
              </a:spcAft>
            </a:pPr>
            <a:r>
              <a:rPr sz="1400" b="0">
                <a:solidFill>
                  <a:srgbClr val="282828"/>
                </a:solidFill>
                <a:latin typeface="Arial"/>
              </a:rPr>
              <a:t>•  </a:t>
            </a:r>
            <a:r>
              <a:rPr sz="1400" b="1">
                <a:solidFill>
                  <a:srgbClr val="282828"/>
                </a:solidFill>
                <a:latin typeface="Arial"/>
              </a:rPr>
              <a:t>Questions for the vendor:</a:t>
            </a:r>
            <a:r>
              <a:rPr sz="14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the lock-in detector works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pixel sorts its photoelectrons into two storage nodes by a square-wave reference at the beat frequency; the node difference IS the lock-in product, formed before any readout — Feng's four-step inside the pixel, integrated over thousands of cycles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id.png"/>
          <p:cNvPicPr>
            <a:picLocks noChangeAspect="1"/>
          </p:cNvPicPr>
          <p:nvPr/>
        </p:nvPicPr>
        <p:blipFill>
          <a:blip r:embed="rId2"/>
          <a:srcRect l="840" t="3790" b="4730"/>
          <a:stretch>
            <a:fillRect/>
          </a:stretch>
        </p:blipFill>
        <p:spPr>
          <a:xfrm>
            <a:off x="411480" y="1188720"/>
            <a:ext cx="11365992" cy="46817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70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reference:</a:t>
            </a:r>
            <a:r>
              <a:rPr sz="1200" b="0">
                <a:solidFill>
                  <a:srgbClr val="282828"/>
                </a:solidFill>
                <a:latin typeface="Arial"/>
              </a:rPr>
              <a:t> a square wave at the beat f_b = |f₁ − f₂| (5 kHz), locked to the AOMs through the Rb clock, fed to the camera's reference input — one clock; software does only atan2(Q,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870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frame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N cycles per sample, not a quarter cycle; the DC cancels in the difference (does it fill the nodes? vendor question 2); the square wave costs ×1.11 in σ (eq. 6).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6565392"/>
            <a:ext cx="7452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make_cophi_lid_fig.py; the pixel is CSEM's demodulation pixel (Lange &amp; Seitz 2001), the heliCam's "dual-phase lock-in".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7208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reference, fed to the pixels' transfer gates; the camera is drawn as the chain inside one pixel (slide 6: photodiode → gates → nodes → A − B, C − D → the sensor's own ADCs, 2 × 10 bit per pixel) so only digital I/Q leaves the camera, into a GigE receiver; the processing is atan2(Q, I) per sample,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24028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pixel chain's inputs and outputs are slide 6's.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152144"/>
            <a:ext cx="11585448" cy="3648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57200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5720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30224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seat, on both rigs; it registers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l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5806440" cy="1906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222834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Lens rig from above: source arm red (fiber tip at left, collimator L1); LO leg purple, from its fiber tip (right) through the LO collimator at the reference flat's seat to the beamsplitter; test arm to the DM blue;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1871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14)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o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2353" y="1298448"/>
            <a:ext cx="4591853" cy="21838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500628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Mirror rig from above: source arm red; LO leg purple, from its fiber tip (right) through the LO collimator at the reference flat's seat to the beamsplitter; test arm to the DM blue; camera leg green (OAP1 collimates, OAP2 focuses)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tail places the detector field by ray index, not camera position (null 681 nm by index, 0.45 nm by position)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plate: OAP1 fed off focus (84 nm defocus) — now trimmed to zero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and Feng's plain splitter read the same picometers (the camera is well-bound); the polarizing train costs light only (throughput 0.271 vs 0.408, ×1.5 laser).  The plain splitter is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layouts = bench_{lens,oap}_vlayout.png, the engine's own renders),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11); what resolution buys and costs is slide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measured (slide 19): 1 px per actuator fails the single-actuator row, 1.5–2 px holds at 1.6–2× the time, 3.3 and 4 are the same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 marL="0" indent="0"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3792"/>
                <a:gridCol w="936580"/>
                <a:gridCol w="805130"/>
                <a:gridCol w="377918"/>
                <a:gridCol w="1232342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29844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15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15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 marL="0" indent="0"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15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15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150" b="0">
                <a:solidFill>
                  <a:srgbClr val="282828"/>
                </a:solidFill>
                <a:latin typeface="Arial"/>
              </a:rPr>
              <a:t>•  </a:t>
            </a:r>
            <a:r>
              <a:rPr sz="115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15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53583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 drift is not separable from DM drift: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Fiber phase errors are not observable: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 vs cycle time: what the fast cycle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At a fixed cycle time a sensor averages (cycle time ÷ seconds per pm) readings, so the hold floor is √(s_pm / T) × 0.577: the lock-in's 3.4 s per pm is 115× fewer than Feng's camera — 10.7× less noise at any cycle time; the loop records sit on the budget curves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hold_vs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005" y="1298448"/>
            <a:ext cx="8557685" cy="3537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85444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vs loop cycle time, every sensor on the table (budget lines; circles = the mirror-rig loop records).  Right: with the record's thermal ramp (0.31 pm/s), whose lag grows with the cycle — each sensor has an optimum cycle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285231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At 1.6 s cycles:</a:t>
            </a:r>
            <a:r>
              <a:rPr sz="1200" b="0">
                <a:solidFill>
                  <a:srgbClr val="282828"/>
                </a:solidFill>
                <a:latin typeface="Arial"/>
              </a:rPr>
              <a:t> Feng's camera 9.0 pm, Photonfocus 2.7, lock-in 0.84 (well-free 0.27); IFO 5.8, vector ZWFS 10.4 (on their polarization cameras).  Records match the law to 8 %.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28523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Against a drift rate the cycle has an optimum</a:t>
            </a:r>
            <a:r>
              <a:rPr sz="1200" b="0">
                <a:solidFill>
                  <a:srgbClr val="282828"/>
                </a:solidFill>
                <a:latin typeface="Arial"/>
              </a:rPr>
              <a:t> (right): Feng's camera 6.0 pm at 5.5 s, Photonfocus 2.7 at 2.5 s, lock-in 1.2 at 1.1 s, well-free 0.57 at 0.5 s — the fast reading holds a drift at the picometer where the slow cameras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25449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cophi_hold_vs_cycle (runs/figs_hold_vs_cycle/); seconds per pm from the records (stages noise / format / lockin; camI_oap, camS_oap); the lag from stage loop's thermal row.  A budget, no new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5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How much resolution? IFO, vector ZWFS, HET — the sweep's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Camera pixels per actuator swept at 1 / 1.5 / 2 / 3.3 / 4 for all six readings, the matrix measured through the resampled reading: 1 px fails the single-actuator row, 1.5–2 px cost 1.6–2× the time, above 3.3 nothing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ressweep_compo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6478" y="1298448"/>
            <a:ext cx="6678737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Left: noise-only hold at each sensor's own loop cycle; right: averaging time to 1 pm per actuator — both vs camera pixels per actuator pitch, one line per reading; shaded = the single-actuator row fails; hollow = the ZWFS on a point-sampled grid, not camera pixels.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 px per actuator fails every reading the same way:</a:t>
            </a:r>
            <a:r>
              <a:rPr sz="1200" b="0">
                <a:solidFill>
                  <a:srgbClr val="282828"/>
                </a:solidFill>
                <a:latin typeface="Arial"/>
              </a:rPr>
              <a:t> single-actuator floor 13–32 pm (from 1.2–2.6), converged gain off 0.4–0.5 %; the "wrong actuator" never happens — the fit degrades, it does not swap.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1.5–2 px holds but pays in time:</a:t>
            </a:r>
            <a:r>
              <a:rPr sz="1200" b="0">
                <a:solidFill>
                  <a:srgbClr val="282828"/>
                </a:solidFill>
                <a:latin typeface="Arial"/>
              </a:rPr>
              <a:t> HET 69–74 s per pm against 36 at 3.3 (Photonfocus); IFO 266–302 against 161; vector ZWFS 1040–1150 against 639 — 1.6–2×, because a coarser pixel INTEGRATES the fringe (the point-sampled ZWFS at 1.65, hollow, costs nothing).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Above 3.3 px nothing changes</a:t>
            </a:r>
            <a:r>
              <a:rPr sz="1200" b="0">
                <a:solidFill>
                  <a:srgbClr val="282828"/>
                </a:solidFill>
                <a:latin typeface="Arial"/>
              </a:rPr>
              <a:t> (4 = 3.3 to the digit); the records at 3.3 stand.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registration: a ±0.1-pitch shift after calibration costs gain 0.95 and a 16–18 pm floor at EVERY sampling ≥ 1.5 — the camera must stay registered to ~0.03 pitch, whatever the pixel count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lock-in's advantage survives the sweep:</a:t>
            </a:r>
            <a:r>
              <a:rPr sz="1200" b="0">
                <a:solidFill>
                  <a:srgbClr val="282828"/>
                </a:solidFill>
                <a:latin typeface="Arial"/>
              </a:rPr>
              <a:t> 3.4 / 5.4 / 6.3 s per pm at 3.3 / 2 / 1.5 px, holding 3.1 / 4.0 / 4.3 pm at 0.125 s cycles — 10× the Photonfocus at every sampling.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ressweep_run / ressweep_zrun / ressweep_figs (cophi_dm96/runs/ressweep_*, TO 2026-10-13); mechanism dmg_camres (frames box-integrated onto camera pixels, the matrix measured through them); gate tResolutionSweep 7/7.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2233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(×1.23 in time for two-tap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set by the camera's frame rate, with the lock-in detector the clear winner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form:</a:t>
            </a:r>
            <a:r>
              <a:rPr sz="1200" b="0">
                <a:solidFill>
                  <a:srgbClr val="282828"/>
                </a:solidFill>
                <a:latin typeface="Arial"/>
              </a:rPr>
              <a:t> 3.4 s per pm as surveyed, 0.125 s cycles.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all performance specs with the vendor</a:t>
            </a:r>
          </a:p>
          <a:p>
            <a:pPr marL="0" indent="0"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polarization-camera timings through the noise hook (slide 18); the lock-in's demodulation form from the vendor (two-tap square-wave assumed).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200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