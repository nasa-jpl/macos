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2120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3761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3349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619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sz="1050" b="0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18); the polarization-camera timings through the noise hook (slide 17).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