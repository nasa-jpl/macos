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2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si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811" y="1871472"/>
            <a:ext cx="7988071" cy="4617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4891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13).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3718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369"/>
                <a:gridCol w="1538122"/>
                <a:gridCol w="2073122"/>
                <a:gridCol w="1404373"/>
                <a:gridCol w="2273747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1 kHz)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166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6194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86099"/>
                <a:gridCol w="3286099"/>
                <a:gridCol w="232562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156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7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1769"/>
                <a:gridCol w="1378507"/>
                <a:gridCol w="701345"/>
                <a:gridCol w="556239"/>
                <a:gridCol w="943189"/>
                <a:gridCol w="945388"/>
              </a:tblGrid>
              <a:tr h="84582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194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463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0997"/>
                <a:gridCol w="235544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3.5 × 10⁻³ rad/frame;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7505" y="2267712"/>
            <a:ext cx="6776684" cy="4425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6934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4941"/>
                <a:gridCol w="1467050"/>
                <a:gridCol w="1892968"/>
              </a:tblGrid>
              <a:tr h="4343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34 pm per 1 ms I/Q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1.1 (well-capped at the I/Q rate)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0.29 / 0.029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0622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~40× the Photonfocus and ~400×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; a verified well-free device (continuous, or I/Q ≥ 10 kHz) adds 4–40×.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6793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pic>
        <p:nvPicPr>
          <p:cNvPr id="6" name="Picture 5" descr="cophi_block_lo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9261" y="2465831"/>
            <a:ext cx="7313172" cy="42275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69340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1962"/>
                <a:gridCol w="2130485"/>
                <a:gridCol w="1822126"/>
                <a:gridCol w="1345570"/>
                <a:gridCol w="1990322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~180–260 s (assumed polarization camera, 3.8 × 10¹² e⁻/s)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~32 s stepped / ~12 s vector (same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~39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polarization-camera timings are a first cut: the gauge deck's photons per measurement divided by an assumed Sony IMX250MZR-class camera (2448 × 2048, ~10 ke⁻, 75 fps → 3.8 × 10¹² e⁻/s); TO runs them through the noise hook for the composite deck.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against resolution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gauge on this bench samples the lattice at 3–20 pixels per actuator and reads it through a response matrix measured on the surface; what resolution buys, what calibration absorbs, and where regularization sits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Sampling: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model reads every gauge at 3.3 px per actuator; the real cameras give 5–21 (previous slides).  Above ~2 px per actuator the actuator-space fit is complete; between 1 and 1.5 it collapses (fewer readings than unknowns — the blur demo's box kernel); below 1 only modes are readable.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 nothing below 1 : 1 is modeled</a:t>
            </a:r>
            <a:r>
              <a:rPr sz="1200" b="0">
                <a:solidFill>
                  <a:srgbClr val="282828"/>
                </a:solidFill>
                <a:latin typeface="Arial"/>
              </a:rPr>
              <a:t> — EFC probes are commanded at the full lattice.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Calibration absorbs the imaging: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response matrix is measured through the sensor on the working surface, one poke per actuator, so registration, magnification, the pupil image's blur and the lock-in's or camera's pixel grid are all in the matrix — the IFO's mirror-rig image is distorted by more than a pitch at the edge and reads to 2 pm anyway.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Regularization: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one-step Tikhonov weight λ_m protects the measured matrix against its noise and costs a gain bias (0.5 % at the record's 10⁻³, 306 pm on the 30 nm surface — the same for every gauge); driven to convergence the bias goes and the floor rises ×2.1 at a zero-update stop.  In a hold loop the one-step is the better noise integrator; for an absolute read the converged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resolution does NOT buy on a well-bound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photons — the pupil's photons per second are the camera's well × rate however they are divided; finer pixels cost only read noise.  What it buys is the single-actuator scale ("floating electrodes" are single-actuator failures) and margin against the collapse.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5.3 px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 is above the floor; the C4M's 10.6 matches Feng's camera.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33120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blur demo (pupil_blur_demo, REPORT_pupil_blur) for the kernel curves; stage battery for the matrix bias; ruling 6 (2026-10-11).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photons: the vector Zernike holds 3 pm from 2 × 10¹² photons per cycle, COPHI from ~1 × 10¹⁴ — but COPHI captures from cold, carries no reference-aging, and reads the surface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vector Zernike sensor is the cheaper sensor by ~50× in photons per cycle (gauge deck: 2.2 × 10¹² vs the interferometer class at 2 × 10¹³ — and COPHI at Feng's camera's cadence needs 120 readings per cycle).  Both hold 3 pm.  </a:t>
            </a:r>
            <a:r>
              <a:rPr sz="1200" b="1">
                <a:solidFill>
                  <a:srgbClr val="282828"/>
                </a:solidFill>
                <a:latin typeface="Arial"/>
              </a:rPr>
              <a:t>Resolution is a wash:</a:t>
            </a:r>
            <a:r>
              <a:rPr sz="1200" b="0">
                <a:solidFill>
                  <a:srgbClr val="282828"/>
                </a:solidFill>
                <a:latin typeface="Arial"/>
              </a:rPr>
              <a:t> both read the full lattice at 5–10 pixels per actuator.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capture,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sensor's reference is the beam's own core and ages past 36–70 nm; COPHI with two colors captures 480 nm rms in one reading, with a reference that does not depend on the surface.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For an absolute read,</a:t>
            </a:r>
            <a:r>
              <a:rPr sz="1200" b="0">
                <a:solidFill>
                  <a:srgbClr val="282828"/>
                </a:solidFill>
                <a:latin typeface="Arial"/>
              </a:rPr>
              <a:t> the Zernike sensor needs its reference iterated or a matrix re-measured; COPHI reads the surface against the LO, exactly (slope 1.000000 at the pixel) — the matrix's shrinkage is the estimator's, and converges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COPHI pays: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RF chain and the fiber LO (slide 14); the fiber-phase budget (0.35 nm per frame); the LO pointing (10 prad per cycle) — two stabilities the Zernike sensor never needs; and a camera chosen for well × 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200" b="0">
                <a:solidFill>
                  <a:srgbClr val="282828"/>
                </a:solidFill>
                <a:latin typeface="Arial"/>
              </a:rPr>
              <a:t> if the hold loop is the only job, the Zernike sensor; if the same sensor must capture from cold and read absolutely, COPHI — and with a lock-in camera it is also the fastest full-lattice reading on the table.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hybrid Feng's purpose suggests:</a:t>
            </a:r>
            <a:r>
              <a:rPr sz="1200" b="0">
                <a:solidFill>
                  <a:srgbClr val="282828"/>
                </a:solidFill>
                <a:latin typeface="Arial"/>
              </a:rPr>
              <a:t> a Zernike sensor for the hold, COPHI's two-color read for capture and for the absolute figure at commissioning — one bench, two readings, one DM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49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zloop); the COPHI rows this deck's.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Recommendations, and what to develop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interferometer's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Develop: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fiber-phase stabilization (co-routing, thermal tie, or a servo) to 0.35 nm per frame; the LO pointing to 10 prad per cycle or a referenced LO; the lock-in camera as the full-resolution fast reading — one vendor question away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736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4395543"/>
                <a:gridCol w="544665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1.1 s per pm well-capped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