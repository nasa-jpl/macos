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Not stated: the camera, the photon budget, the error terms, a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transfers from the gauge deck unchanged: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(both rigs), the 96 × 96 DM truth, the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 by construction: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record's interferometer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1330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994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full lattice in a second — the parallel implementation, same optics, same RF chain; its rows run through every results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Ruling:</a:t>
            </a:r>
            <a:r>
              <a:rPr sz="1200" b="0">
                <a:solidFill>
                  <a:srgbClr val="282828"/>
                </a:solidFill>
                <a:latin typeface="Arial"/>
              </a:rPr>
              <a:t> every mode of interest (EFC probes among them) is commanded at full actuator resolution — no coarse or low-order sensor forms.  The second implementation is a </a:t>
            </a:r>
            <a:r>
              <a:rPr sz="1200" b="1">
                <a:solidFill>
                  <a:srgbClr val="282828"/>
                </a:solidFill>
                <a:latin typeface="Arial"/>
              </a:rPr>
              <a:t>well-free, per-pixel demodulating reading at ≥ 1 element per actuator</a:t>
            </a:r>
            <a:r>
              <a:rPr sz="1200" b="0">
                <a:solidFill>
                  <a:srgbClr val="282828"/>
                </a:solidFill>
                <a:latin typeface="Arial"/>
              </a:rPr>
              <a:t>, assumed to exist at 1:1 or better.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Lock-in</a:t>
            </a:r>
            <a:r>
              <a:rPr sz="1200" b="0">
                <a:solidFill>
                  <a:srgbClr val="282828"/>
                </a:solidFill>
                <a:latin typeface="Arial"/>
              </a:rPr>
              <a:t> = synchronous detection inside each pixel: the photocurrent is steered into in-phase and quadrature stores by the external reference (our Rb-clocked beat, now at kHz), the DC never reaches the well, I and Q leave at the frame rate — the four-bucket replaced by thousands of cycles integrated on-chip.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200" b="0">
                <a:solidFill>
                  <a:srgbClr val="282828"/>
                </a:solidFill>
                <a:latin typeface="Arial"/>
              </a:rPr>
              <a:t> Heliotis heliCam C4 / C4M — 542 × 512 (1024 × 1102), in-pixel lock-in 1–250 kHz, 500 ke⁻ well, 2 × 10-bit I/Q, external reference input; four generations shipped, one vendor.  Also ranked: brute-force 128² CMOS at 20–40 kfps; iToF demodulators with the beat moved to MHz; digital-pixel ROICs (Lincoln DFPA); silicon-photonic coherent FPAs.  SPADs and Geiger-mode arrays are unfit (count-rate ceilings).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6174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4941"/>
                <a:gridCol w="1467050"/>
                <a:gridCol w="1892968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34 pm per 1 ms I/Q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1.1 (well-capped at the I/Q rate)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 at 10⁹ / 10¹⁰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0.29 / 0.029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frame, 1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406222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Even well-capped the lock-in is ~40× the Photonfocus and ~400× Feng's baseline</a:t>
            </a:r>
            <a:r>
              <a:rPr sz="1200" b="0">
                <a:solidFill>
                  <a:srgbClr val="282828"/>
                </a:solidFill>
                <a:latin typeface="Arial"/>
              </a:rPr>
              <a:t>; a verified well-free device (continuous, or I/Q ≥ 10 kHz) adds 4–40×.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vendor question that decides it:</a:t>
            </a:r>
            <a:r>
              <a:rPr sz="1200" b="0">
                <a:solidFill>
                  <a:srgbClr val="282828"/>
                </a:solidFill>
                <a:latin typeface="Arial"/>
              </a:rPr>
              <a:t> per-pixel phase noise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56793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laser, fibers, LO and bench; the beat moves to 5 kHz; the mixer gives the beat itself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beat reference; the camera is the lock-in device; the processing is atan2(Q, I) per I/Q frame, decimated to the loop rate.  Fiber, LO and the hold loop are the same — and so are their requirements.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 of it, and what the gate measured: the quarter-cycle integration costs 10 % of contrast, a step error is not cured by more frames, and the photon law carries read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"Integrating bucket"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through a quarter of the cycle.  Averaging a cosine over a window D = 2π/N keeps its phase (referred to the window's center ᾱ_k) and shrinks its amplitude by sinc(D/2): </a:t>
            </a:r>
            <a:r>
              <a:rPr sz="1200" b="1">
                <a:solidFill>
                  <a:srgbClr val="282828"/>
                </a:solidFill>
                <a:latin typeface="Arial"/>
              </a:rPr>
              <a:t>0.900 for four frames per beat</a:t>
            </a:r>
            <a:r>
              <a:rPr sz="1200" b="0">
                <a:solidFill>
                  <a:srgbClr val="282828"/>
                </a:solidFill>
                <a:latin typeface="Arial"/>
              </a:rPr>
              <a:t> — nothing else changes.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phase (3)</a:t>
            </a:r>
            <a:r>
              <a:rPr sz="1200" b="0">
                <a:solidFill>
                  <a:srgbClr val="282828"/>
                </a:solidFill>
                <a:latin typeface="Arial"/>
              </a:rPr>
              <a:t> is a least-squares fit of the N frames to a + b cos ᾱ_k + c sin ᾱ_k; for N = 4 it reduces exactly to the four-step atan2, the same algorithm as Feng's (his sign is for cos(φ + 2πft)).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if every step is D(1 + ε) instead of D, the four-bucket phase comes out wrong by (ε/2) sin 2φ — the classical phase-shifting result (Schwider 1983, Creath 1988): an error that oscillates twice per fringe, so a flat surface reads as a ripple at twice the fringe frequency with amplitude ε/2.  </a:t>
            </a:r>
            <a:r>
              <a:rPr sz="1200" b="1">
                <a:solidFill>
                  <a:srgbClr val="282828"/>
                </a:solidFill>
                <a:latin typeface="Arial"/>
              </a:rPr>
              <a:t>Measured: more buckets do not cure it</a:t>
            </a:r>
            <a:r>
              <a:rPr sz="1200" b="0">
                <a:solidFill>
                  <a:srgbClr val="282828"/>
                </a:solidFill>
                <a:latin typeface="Arial"/>
              </a:rPr>
              <a:t> (the plain 8-bucket fit with the same per-step error is 1.43× worse; the ramp accumulates); </a:t>
            </a:r>
            <a:r>
              <a:rPr sz="1200" b="1">
                <a:solidFill>
                  <a:srgbClr val="282828"/>
                </a:solidFill>
                <a:latin typeface="Arial"/>
              </a:rPr>
              <a:t>knowing the steps does</a:t>
            </a:r>
            <a:r>
              <a:rPr sz="1200" b="0">
                <a:solidFill>
                  <a:srgbClr val="282828"/>
                </a:solidFill>
                <a:latin typeface="Arial"/>
              </a:rPr>
              <a:t> (the fit at the true ᾱ_k is exact) — a Rb-clocked scan knows them.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(slope −0.500 ± 0.02 over two decades), read noise in quadrature.  A fiber walk or trigger jitter within a scan is a fixed fraction of its size (0.13 w), no better with 8 buckets — no algorithmic cure.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193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LO is a fiber tip and collimator with its powered face at the reference flat's seat; it registers on both rigs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87" y="1298448"/>
            <a:ext cx="3868224" cy="2092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09187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mirror rig from above with the LO arm in place: source arm red, LO arm purple (fiber tip at right, collimator at the reference flat's seat), test arm to the DM blue,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050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covers the test pupil 1.000 and overfills it by 34 px (radius ratio 1.215), so an offset under that is a fill question, not a registration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 after piston, mostly tilt — the LO collimator's wavefront against the test arm, frozen into the null as the interferometer freezes its reference; its motion is the LO-drift row (slide 12).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an LO/test power ratio of 1.47, as 2√r/(1 + r) says; the vector-mode field phase measures −kW on both decks (the known conjugate).</a:t>
            </a:r>
          </a:p>
        </p:txBody>
      </p:sp>
      <p:pic>
        <p:nvPicPr>
          <p:cNvPr id="7" name="Picture 6" descr="cophi_layout_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752" y="1298448"/>
            <a:ext cx="1955054" cy="20924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that matter for any traced LO:</a:t>
            </a:r>
            <a:r>
              <a:rPr sz="1200" b="0">
                <a:solidFill>
                  <a:srgbClr val="282828"/>
                </a:solidFill>
                <a:latin typeface="Arial"/>
              </a:rPr>
              <a:t> the geometric tail places the detector field by ray index, not camera position — the LO's own collimator makes the per-index null 681 nm where the by-position null is 0.45 nm, so the LO is placed on the test pixels by position; and the plain mirror train had inherited a source trim solved with the polarizer plate — without it OAP1 was fed off focus (an 84 nm defocus null), now trimmed to zero.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record's polarizing train (input polarizer, analyzer) and Feng's plain splitter.  Picometers identical — the camera is well-bound; the record's train costs light only (test throughput 0.271 vs 0.408, ×1.5 laser).  The plain splitter is the layout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5013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of what is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the model's camera grid is 1024 × 1024 with the pupil 315 px across (radius 157.45 px)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pixels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pixels); every real camera on the table samples finer (5–21 px per actuator, slide 9).  What resolution buys, and what it costs each gauge, is slide 16.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81253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set by well depth × frame rate, not by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3371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9369"/>
                <a:gridCol w="1538122"/>
                <a:gridCol w="2073122"/>
                <a:gridCol w="1404373"/>
                <a:gridCol w="2273747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 per 1 ms I/Q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 (well-capped at 1 kHz)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 (same 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8166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1 : 1</a:t>
            </a:r>
            <a:r>
              <a:rPr sz="1500" b="0">
                <a:solidFill>
                  <a:srgbClr val="282828"/>
                </a:solidFill>
                <a:latin typeface="Arial"/>
              </a:rPr>
              <a:t> (ruling: every mode of interest is commanded at full actuator resolution, so nothing coarser is modeled): a camera's photons per second are pixels × well × rate over the pupil, and binning finer pixels onto the lattice changes nothing but the read noise per sample.  Below ~1.5 pixels per actuator the actuator-space fit collapses (the blur demo's box kernel), which is why 5 pixels per actuator is the floor on this table.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photons,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61949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same 30 nm surface, same response matrix measured through each reading: HET matches the IFO's floor, reads the mirror rig's random surface at half its error, and is exact where the IFO's reading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7668"/>
                <a:gridCol w="5134530"/>
                <a:gridCol w="2325624"/>
                <a:gridCol w="24709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(both rigs)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gains as HET above — the reading is the same algebra, exact at the pixel; floor at its own photon rate: not yet run (TO)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310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and that is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a synthetic 1.000 nm poke reads at slope 1.000000 at the pixel level; the LO placement, the vector sum, the polarizers and the mask each cleared; at λ_m = 10⁻⁵ the gain is 1.0007.  It is the one-step Tikhonov shrinkage at the record's λ_m = 10⁻³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gauge's servo use), HET reads exactly on the mirror rig; the IFO then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on the lens rig and 0.989 on the mirror rig.  The IFO's lens-rig "1.000" was +0.5–1 % of polarization gain cancelling the 0.5 %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18159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7" cy="3943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3274"/>
                <a:gridCol w="1209956"/>
                <a:gridCol w="721728"/>
                <a:gridCol w="488227"/>
                <a:gridCol w="827864"/>
                <a:gridCol w="945388"/>
              </a:tblGrid>
              <a:tr h="8458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(format stage;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 (survey)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 per 1 ms I/Q frame; 1.07 in 1 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0.03 per frame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110 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38810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piston-free robust floor over the unpoked actuators (1.48 MAD, median of 12 draws): the raw single-actuator noise is mostly a common piston (165 vs 76 pm), unobservable and inert on a DM.  The composite deck puts every gauge on this metric.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rate; the baseline's and the C-RED's read noise are assumed (not in Feng's deck; the survey's low-gain value unconfirmed).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  A hold loop never needs SNR 10 in one measurement: it integrates readings (next slide).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per-pixel noise measured on the bench equals the tCophi formula to 1.000 ± 0.002</a:t>
            </a:r>
            <a:r>
              <a:rPr sz="1200" b="0">
                <a:solidFill>
                  <a:srgbClr val="282828"/>
                </a:solidFill>
                <a:latin typeface="Arial"/>
              </a:rPr>
              <a:t> on every camera, rig and train — the model and the bench agree.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sCMOS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image; true global shutter, hardware trigger from the Rb clock, streamable at full frame.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96 × 96 lattice ten to one; well depth × frame rate is the budget (NOTE_detectors_survey).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40410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drifts; the baseline camera needs a 16 s cycle, the Photonfocus 1.6 s;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30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0398"/>
                <a:gridCol w="288604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(I/Q frames at 1 kHz; ~44 frames per cycle, a 44 ms cycle)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~2.6 (derived from the format stage's 34 pm per frame; the loop not yet run with it)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one I/Q frame for the lock-in)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lock-in: 1 ms, negligible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is read as the DM: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(a 1 nrad tilt reads as a surface tilt of 1.008 × θ/2), and the loop drives the DM to follow it.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pointing must hold ~10 prad per cycle — ~10 pm of fiber-tip motion at the collimator's focal length — or be referenced.</a:t>
            </a:r>
            <a:r>
              <a:rPr sz="1200" b="0">
                <a:solidFill>
                  <a:srgbClr val="282828"/>
                </a:solidFill>
                <a:latin typeface="Arial"/>
              </a:rPr>
              <a:t>  That is the architecture requirement the plain-splitter layout adds, beside the fiber's.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fiber is the term: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  Budget at the photon floor: </a:t>
            </a:r>
            <a:r>
              <a:rPr sz="1200" b="1">
                <a:solidFill>
                  <a:srgbClr val="282828"/>
                </a:solidFill>
                <a:latin typeface="Arial"/>
              </a:rPr>
              <a:t>3.5 × 10⁻³ rad per frame = 0.35 nm of differential OPD per 33 ms, ~10.6 nm/s, ~1 mK/s per meter of uncommon fiber</a:t>
            </a:r>
            <a:r>
              <a:rPr sz="1200" b="0">
                <a:solidFill>
                  <a:srgbClr val="282828"/>
                </a:solidFill>
                <a:latin typeface="Arial"/>
              </a:rPr>
              <a:t> — co-routed, thermally tied, or servoed.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estimator's regularization (λ_m) is a spatial low-pass over the response matrix's small-singular-value directions, where photon and read noise live — it trades a 0.5 % gain for a lower floor (the converged estimator removes the bias but admits ×2.1 the white noise if run to a zero update); and the loop itself averages across cycles at gain g (steady state σ_n √(g/(2 − g)), plus M readings per cycle).  In the loop the one-step and the converged estimator agree to 0.1 pm on every row, so the bias costs nothing there; the converged mode is for the open-loop absolute read.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2.9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6507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3.5 × 10⁻³ rad/frame;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the temporal unwrapping a continuous reading gets free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read by its own buckets per color (crosstalk 4 × 10⁻¹⁶ rad).  </a:t>
            </a:r>
            <a:r>
              <a:rPr sz="1200" b="1">
                <a:solidFill>
                  <a:srgbClr val="282828"/>
                </a:solidFill>
                <a:latin typeface="Arial"/>
              </a:rPr>
              <a:t>Zero wrong orders to 480 nm rms, noise-free and on both cameras</a:t>
            </a:r>
            <a:r>
              <a:rPr sz="1200" b="0">
                <a:solidFill>
                  <a:srgbClr val="282828"/>
                </a:solidFill>
                <a:latin typeface="Arial"/>
              </a:rPr>
              <a:t> (0.15 / 0.10 nm per pixel); the single color is 74 % wrong at 480.  </a:t>
            </a:r>
            <a:r>
              <a:rPr sz="1200" b="1">
                <a:solidFill>
                  <a:srgbClr val="282828"/>
                </a:solidFill>
                <a:latin typeface="Arial"/>
              </a:rPr>
              <a:t>A 200 nm rms figure is captured from cold in one multiplexed reading, 0.27 s.</a:t>
            </a:r>
            <a:r>
              <a:rPr sz="1200" b="0">
                <a:solidFill>
                  <a:srgbClr val="282828"/>
                </a:solidFill>
                <a:latin typeface="Arial"/>
              </a:rPr>
              <a:t>  Any Δλ from 1 to ~100 nm resolves (the fine requirement at Δλ = 20 nm is 1.7 nm against ~0.1 nm per pixel): the synthetic-wavelength ladder needs one rung for this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are read on alternate I/Q frames (2 ms per pair) — the same synthetic-wavelength capture, sequential; temporal unwrapping at 1 kHz tolerates 0.9 × λ/4 per ms ≈ 140 µm/s at the peak pixel (derived from the frame rate; not yet run).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1962"/>
                <a:gridCol w="2130485"/>
                <a:gridCol w="1822126"/>
                <a:gridCol w="1345570"/>
                <a:gridCol w="1990322"/>
                <a:gridCol w="2398268"/>
              </a:tblGrid>
              <a:tr h="65722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~180–260 s (assumed polarization camera, 3.8 × 10¹² e⁻/s)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~32 s stepped / ~12 s vector (same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~39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6053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polarization-camera timings are a first cut: the gauge deck's photons per measurement divided by an assumed Sony IMX250MZR-class camera (2448 × 2048, ~10 ke⁻, 75 fps → 3.8 × 10¹² e⁻/s); TO runs them through the noise hook for the composite deck.  Parts counts and TRL to follow (campaign brief sec. 9.1).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Pricing resolution: IFO, vector ZWFS, HET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Pixels per actuator above ~2 are free in photons and hold, cost data and processing, and buy the single-actuator scale; between 1 and 1.5 the actuator fit collapses; the three approaches pay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1" cy="2811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354"/>
                <a:gridCol w="3669907"/>
                <a:gridCol w="917476"/>
                <a:gridCol w="877586"/>
                <a:gridCol w="1874844"/>
                <a:gridCol w="1196708"/>
                <a:gridCol w="1116928"/>
                <a:gridCol w="1116928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px per actuator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fit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 at 3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speed, s per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complexity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IFO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ZWFS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HET camera / lock-in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modes only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least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modeled (ruling 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– 1.5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collapses (fewer readings than lit actuators; a registration error reads the wrong actuator)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fails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blur demo: box-kernel collapse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complete; blur and registration absorbed by the matrix measured on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held (records at 3.3–4)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unchanged (well-bound)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0.04 Mpx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(record, 4 px)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floor; lock-in C4 = 5.3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– 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 actuators resolved with margin; ±1 px = ±0.1 pitch registration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0.25–1 Mpx, ~0.5 Gb/s; per-pixel solve ∝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1k²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two images per pol.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 9.4; C4M 10.6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gauge gain; read noise per sample ↑ (binning restores it)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Mpx, 2–5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GS 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653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Measured vs inferred:</a:t>
            </a:r>
            <a:r>
              <a:rPr sz="1500" b="0">
                <a:solidFill>
                  <a:srgbClr val="282828"/>
                </a:solidFill>
                <a:latin typeface="Arial"/>
              </a:rPr>
              <a:t> every record is at 3.3–4 px per actuator (the IFO's mirror-rig image, distorted by more than a pitch at the edge, reads to 2 pm there); the collapse band is the blur demo's; the 5–20 rows follow from the well-bound photon rule and the data rates.  </a:t>
            </a:r>
            <a:r>
              <a:rPr sz="1500" b="1">
                <a:solidFill>
                  <a:srgbClr val="282828"/>
                </a:solidFill>
                <a:latin typeface="Arial"/>
              </a:rPr>
              <a:t>A per-gauge sweep at 1, 1.5, 2, 4 px per actuator is a one-day format run — the item that turns this table into records.</a:t>
            </a:r>
            <a:r>
              <a:rPr sz="1500" b="0">
                <a:solidFill>
                  <a:srgbClr val="282828"/>
                </a:solidFill>
                <a:latin typeface="Arial"/>
              </a:rPr>
              <a:t>  Where the three differ: the IFO and HET read against a reference and are indifferent above 2; the vector ZWFS solves pixel by pixel from two images, wants ≥ 4, and pays processing for more; the lock-in fixes HET's sampling at the device (5.3 / 10.6) with the processing on-chip.  Regularization and calibration do not change with pixel count above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668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Blur demo (pupil_blur_demo, REPORT_pupil_blur); gauge deck (IFO, vZWFS); stages noise and format (HET); ruling 6 (2026-10-11).  Data rates: pixels × 16 bit × frame rate.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5624"/>
                <a:gridCol w="1631194"/>
                <a:gridCol w="1717046"/>
                <a:gridCol w="1030227"/>
                <a:gridCol w="4664642"/>
              </a:tblGrid>
              <a:tr h="65722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polarization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 (1k², 60 ke, 30 fps)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 (200 ke, 150 fps)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cycle to hold 3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~44 samples at the well-capped rate (≈ 3 × 10¹² e⁻ per cycle: 2.8 × 10⁵ elements × 250 ke per sample at half well × 44 samples — from the sheet) — loop run pending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s class (one frame; gauge deck)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~44 ms (derived; loop run pending)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 (polarization camera, first cut)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 (×1.11 for square-wave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yes: 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yes: two colors on alternate I/Q samples (2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needs the reference iterated or a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through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phase 0.35 nm per frame; LO pointing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pointing the same; fiber walk a piston per sample — inert (to be confirmed by the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electronics it adds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chain, fiber LO, two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kHz; demodulation on-chip; I/Q data at 1 kHz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resolution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pixel-by-pixel from two images, wants ≥ 4 px per actuator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 px per actuator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6053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For hold alone,</a:t>
            </a:r>
            <a:r>
              <a:rPr sz="1500" b="0">
                <a:solidFill>
                  <a:srgbClr val="282828"/>
                </a:solidFill>
                <a:latin typeface="Arial"/>
              </a:rPr>
              <a:t> the vector Zernike sensor is the cheapest in photons by ~50× and needs no stabilities of its own; Feng's camera makes COPHI slow (16 s cycles); the Photonfocus makes it comparable (1.6 s); </a:t>
            </a:r>
            <a:r>
              <a:rPr sz="1500" b="1">
                <a:solidFill>
                  <a:srgbClr val="282828"/>
                </a:solidFill>
                <a:latin typeface="Arial"/>
              </a:rPr>
              <a:t>the lock-in makes COPHI the fastest reading on the table</a:t>
            </a:r>
            <a:r>
              <a:rPr sz="1500" b="0">
                <a:solidFill>
                  <a:srgbClr val="282828"/>
                </a:solidFill>
                <a:latin typeface="Arial"/>
              </a:rPr>
              <a:t> (sub-second cycles, 1.1 s per pm) — if its well behaves as surveyed, and with the fiber term reduced to a piston.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For capture and the absolute figure,</a:t>
            </a:r>
            <a:r>
              <a:rPr sz="1500" b="0">
                <a:solidFill>
                  <a:srgbClr val="282828"/>
                </a:solidFill>
                <a:latin typeface="Arial"/>
              </a:rPr>
              <a:t> COPHI in either form: a reference that does not depend on the surface, two colors for 480 nm rms in one reading.  </a:t>
            </a:r>
            <a:r>
              <a:rPr sz="1500" b="1">
                <a:solidFill>
                  <a:srgbClr val="282828"/>
                </a:solidFill>
                <a:latin typeface="Arial"/>
              </a:rPr>
              <a:t>What decides it for a flight DM:</a:t>
            </a:r>
            <a:r>
              <a:rPr sz="1500" b="0">
                <a:solidFill>
                  <a:srgbClr val="282828"/>
                </a:solidFill>
                <a:latin typeface="Arial"/>
              </a:rPr>
              <a:t> hold only → the Zernike sensor; hold + capture + absolute → COPHI, and with the lock-in camera it is also the fastest; </a:t>
            </a:r>
            <a:r>
              <a:rPr sz="1500" b="1">
                <a:solidFill>
                  <a:srgbClr val="282828"/>
                </a:solidFill>
                <a:latin typeface="Arial"/>
              </a:rPr>
              <a:t>the hybrid Feng's purpose suggests</a:t>
            </a:r>
            <a:r>
              <a:rPr sz="1500" b="0">
                <a:solidFill>
                  <a:srgbClr val="282828"/>
                </a:solidFill>
                <a:latin typeface="Arial"/>
              </a:rPr>
              <a:t> — a Zernike sensor for the hold, COPHI's two-color read for capture and commissioning — remains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915123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(redo96_*sens, zloop; the polarization-camera timing a first cut, TO's noise-hook run pending); the COPHI rows this deck's; the lock-in's loop / capture rows derived from the format stage until TO's runs land.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and its speed is the camera's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Score it in the composite deck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for every gauge and the piston-free photon metric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Price the plain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record's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verify the survey against the vendor sheets before a part is named.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</a:t>
            </a:r>
            <a:r>
              <a:rPr sz="1200" b="0">
                <a:solidFill>
                  <a:srgbClr val="282828"/>
                </a:solidFill>
                <a:latin typeface="Arial"/>
              </a:rPr>
              <a:t> (1.1 s per pm as surveyed) — one vendor question from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per-gauge resolution sweep (slide 16); the polarization-camera timings through the noise hook (slide 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chromatic refocus of the tail at Δλ = 20 nm (dispersive glass in the model); the LO referenced against the test arm's own flat; the electronics table's parts counts and TRL for all five gauges; Kent's ZWFS reconstruction when it arrives.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002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746659"/>
                <a:gridCol w="2117216"/>
                <a:gridCol w="4234432"/>
                <a:gridCol w="74388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0.35 nm per 33 ms frame (~10 nm/s; ~1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the lock-in's 1 ms frame relaxes the per-frame budget 30×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40× the Photonfocus's speed as surveyed; the well-free question is another 4–40×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4395543"/>
                <a:gridCol w="544665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lock-in class: 1.1 s per pm well-capped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451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