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4.png"/><Relationship Id="rId4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1991: Hubble — prescription recovery correctly diagnosed the aberration from flight imagery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We are now modernizing and extending the capabilities of our modeling to meet new challenges.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elements: Freeforms with aberrations, polarizers, complex masks and apodizers, completely general surfaces added through the API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The same functionality, streamlined: linear model generation, simulation, multi-path, metrology and edge sensors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New capabilities: design layer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Code cleanup: improved robustness, automated testing, updating documentation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234440"/>
            <a:ext cx="8183879" cy="37673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57400" y="5029200"/>
            <a:ext cx="97200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Physics lives in the engine: a capability added there is everywhere at once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source tree: github nasa-jpl/macos and /MACOS_resources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Inside the toolbox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mm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82" y="1298448"/>
            <a:ext cx="11265130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596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623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2980"/>
                <a:gridCol w="2247020"/>
                <a:gridCol w="3396065"/>
                <a:gridCol w="347266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6793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 solution code for each particular problem, using AI assistance.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Each challenge left a reusable template behind — the whole study re-runs at new parameters in one call.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Every design passes the same gate sequence: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1 · traceability — every solve field reaches the detector (screened before solving)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2 · map validity — all 121 dense-map fields present, none lost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3 · exit-beam direction — the chief within tolerance of the horizontal pin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4 · clearance — the signed beam–mirror floor at or above spec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5 · score — strict RMS WFE against the reported ladder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pinned by regression checks with negative controls (the control reads 2989× the gate)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344168"/>
            <a:ext cx="6748272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9944" y="480060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" y="2743200"/>
            <a:ext cx="7068312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26480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85369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5689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8346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5144"/>
            <a:ext cx="6437376" cy="38770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81344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85369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6038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0296" y="5925312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AI is not driving: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AI is available for questions.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478024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matlab &amp;                    % a fresh MATLAB, just for this solve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cd ~/dev/MACOS_resources/mmacos/templates/10_telescopes/offset_imager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OUT = oi_demo_step(12)     % &lt;-- the room's width goes here (5-15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: committed walk step 3 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predicted  : ~33.7 nm, ~24.8 mm floor  (frontier rows 11/13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solving    : one full-freedom step ...  ~15 min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at the reveal, the windows are already up; if needed: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oi_demo_show(OUT)          % live layout + WF map + fields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type(OUT.files.verdict)    % the verdict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15584" y="47731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literal demo-day sequence ($ = shell, &gt;&gt; = MATLAB); the rehearsal at 12° solved 33.6 nm against the ~33.7 prediction, and the 14° rehearsal beat its predict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5925312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In the mean time, continuing...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8" y="3017520"/>
            <a:ext cx="48006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888736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16305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a 30× afocal feeding an instrument through a tilted cold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Reproduced, then extended: the pupil measured, the trade priced, the package cleared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challenge: a three-mirror afocal, 30×, 1 m aperture, a 0.5°×0.5° field offset 0.6° — feeding an instrument through a tilted cold stop, with the pupil quality left unmeasured by the source.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pursuit: transcribe and audit the delivered sequences, decode the reporting reference, reproduce all four variants — then extend where the source stopped: measure the pupil, price the fourth mirror, clear the package.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Achieved: all four variants inside 0.95–1.02×; the reported 28.7× magnification measures 28.686×; the computed exit pupil falls 0.8 mm from the stop placed by hand in the source deck.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727447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5663"/>
                <a:gridCol w="727456"/>
                <a:gridCol w="11633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source's own pupil verdict — "with 3 mirrors, the pupil quality is not very good" — carries no metric; MACOS defines and measures one: next slide.  Audit rigor: the coordinate break lands the cold stop on the traced beam to 2×10⁻⁷ mm, where the wrong sign convention misses by 211–247 mm.  Full record: design/rodgers2.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8307"/>
                <a:gridCol w="800100"/>
                <a:gridCol w="101803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constrained: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352544"/>
            <a:ext cx="6172200" cy="1362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96188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tr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98448"/>
            <a:ext cx="2779776" cy="1901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0" y="5358384"/>
            <a:ext cx="44805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78916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Yardsticks: pupil imaging resolves 2.7 µm across the 33 mm pupil, depth of focus ~30 µm — the measured defects sit 50–350× above these floors.  Per-point trade table: the design/rodgers2 record.  Buildability re-prices this trade —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packaging — and the defect no fold could fix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collimator stood in its own feed beam by −80 mm; a −10° extraction tilt clears it at +38 mm — wavefront 14% better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focal4_clear_layouts_t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67" y="1298448"/>
            <a:ext cx="8676559" cy="22753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9206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 truth, three ways: the committed 343 mm deck (deepest optic 1.887 m behind the 1.042 m M1–M2 span, the feed beam through the collimator by −79.9 mm over the field box); the four-flat fold recipe (0.893 m deep — but a fold is an isometry, and the interference rides across unchanged); the cleared −10° extraction-tilt deck: +37.8 mm of daylight, deepest optic 1.287 m, zero flats.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1879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Why no fold could ever fix it: a part's union footprint and a beam's at one station are scaled copies of the same off-axis field box — they separate only if their scales differ by 2.43×, and the measured ratio is 1.30, one scale pinned by the customer interface.  The best flat placement anywhere reproduces −79.9 mm to the last digit; every point of the committed trade curve fails the same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fix is optical, and priced: tilt the field mirror −10° and re-solve around it.  Clears at +37.8 mm with zero rays lost; wavefront 8993 vs 10407 nm; the interface holds (30.015×, 33.57 mm exit beam).  It packages itself — deepest optic 1.81× → 1.24× the M1–M2 spacing, with zero fold flats.  The price is the fourth mirror's pupil control: blur 157 → 553 µm, breathing 0.12 → 0.82% — still 4× steadier than three mirrors.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861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recorded single-fold layout passed its gate on a 17.5-vs-15 mm margin while its flat clips the feed beam by −74 mm — a gate's margin is a number, not a body.  The union-footprint check is now a standing gate: it fails the committed deck and passes the cleared one.  Record: challenges/afocal4/{packaging,clearing}.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second live demonstration: the AI drives an interferometer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polarization Twyman–Green gauging a deformable mirror — armed in a terminal now, run on the room's cue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Why a Twyman–Green for a DM: it is the Michelson topology fed with collimated light — both arms end on mirrors, so the DM takes one arm whole, at normal incidence, double pass (height counts twice), with a natural null against the reference flat.  A transmission layout like the Mach–Zehnder has no natural seat for a mirror; its isolated arms and two ports serve dynamics and transmission testing, not figure.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Phase shifting with no moving parts: the arms carry orthogonal polarizations; a quarter-wave plate makes them opposite circular, and the analyzer angle θ writes fringe phase 2θ — four angles are the four PSI steps.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Cube against plate: the plate rig's diattenuation rotates one arm 7.5° and the gauge reads 11.7% high; the MacNeille cube parks each arm on a coating eigenaxis.  Both are built — the cube runs today.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371600"/>
            <a:ext cx="6702552" cy="2092452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$ claude                      % a fresh AI session, in the terminal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Let's run the IFO demo.  Runbook is demo_session/RUNBOOK_ifo_demo.md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— arm it and wait for my cue.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Armed — v2, eight beats, beat 1 computed and waiting.  Say the word.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 tell us about the next step ...          &gt; run it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BUILD → LAYOUT → COATING → NULL → POKE → SWEEP → RECOVER → CALIBRATE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(~45 s of compute across the run — the rest is conversation)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5737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dialog is the demonstration: the AI narrates each beat, runs it on the cue, pastes the real output, and answers the room's questions from the live session — figures open on the desktop as they draw.  Every beat has a committed fallback figure.</a:t>
            </a:r>
          </a:p>
        </p:txBody>
      </p:sp>
      <p:pic>
        <p:nvPicPr>
          <p:cNvPr id="7" name="Picture 6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3205" y="4603623"/>
            <a:ext cx="8525283" cy="18606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demo rig, and the splitter that decides its error budget.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223"/>
                <a:gridCol w="872744"/>
                <a:gridCol w="1994472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1919" y="1298448"/>
            <a:ext cx="3072721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sweep, from the run: phase-stepped fringes over the poked actuator — the phase walks, nothing in the rig moves.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(v1) + tg_psi_dm_v2 (the demo rig);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Recap: the measurement the room just watched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Eight beats, ~45 s of compute — 0.18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eight beats, replayed: build (the design condition hands back a dense flint, n = 1.6555 — why real polarizing cubes are not BK7) → layout → coating (R+T = 1.000000000000 measured; one termination choice moves R_p from 4×10⁻¹² to 2.1%) → null → poke → sweep → recover → calibrate.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numbers that landed: the null reads 73 pm with nothing aligned; the poked actuator recovers 146 nm against 150 injected — the bullseye's own half-fringe arithmetic; the full map lands 6.26 nm against 6.35 truth, 0.183 nm rms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calibration question: gain 0.9912 ± 0.0020, linear to 0.00% — almost nothing to calibrate, and the two correlations say where the leftover error lives.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number above is printed by the run itself; the sweep costs 36 frames and zero ray traces.  Both rigs run the same demo (v1 49.8 s, v2 47.0 s wall) — the committed beat figures stand in if a live beat stalls.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9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375"/>
                <a:gridCol w="1163320"/>
                <a:gridCol w="8727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crop_r2_train_i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353" y="2218182"/>
            <a:ext cx="4910692" cy="3537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774181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train, traced: the segmented 6 m primary feeding the DM-bearing back end — 37 elements across the two instrument legs.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0679" y="2218182"/>
            <a:ext cx="4135200" cy="2989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255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6563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0.9993); the two-leg light-order chart is in the record.  Record: templates/80_end_to_end/e2e6m_r2.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032" y="2804160"/>
            <a:ext cx="5607334" cy="36601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82588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8717" y="1298448"/>
            <a:ext cx="4379125" cy="4342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962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925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3477" y="1298448"/>
            <a:ext cx="4349605" cy="417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5494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925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0.18 nm.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9389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4154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444768"/>
                <a:gridCol w="63974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9704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62483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committed image per live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370" y="1298448"/>
            <a:ext cx="4646955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5 — one actuator poked: the fringes bend over it.</a:t>
            </a:r>
          </a:p>
        </p:txBody>
      </p:sp>
      <p:pic>
        <p:nvPicPr>
          <p:cNvPr id="6" name="Picture 5" descr="demo2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821" y="3364992"/>
            <a:ext cx="381805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6 — the analyzer sweep: phase-stepped frames, no re-trace.</a:t>
            </a:r>
          </a:p>
        </p:txBody>
      </p:sp>
      <p:pic>
        <p:nvPicPr>
          <p:cNvPr id="8" name="Picture 7" descr="demo2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7857" y="5431536"/>
            <a:ext cx="3835980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Beat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eight beats have committed figures in templates/90_polarization/tg_psi_dm_v2 (v1 likewise); the driver opens them on the desktop as each beat runs.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221818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95122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221818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5122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38200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