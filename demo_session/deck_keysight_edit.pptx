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a:p>
            <a:pPr>
              <a:spcAft>
                <a:spcPts val="800"/>
              </a:spcAft>
            </a:pPr>
            <a:r>
              <a:rPr sz="1500" b="0">
                <a:solidFill>
                  <a:srgbClr val="6E6E6E"/>
                </a:solidFill>
                <a:latin typeface="Arial"/>
              </a:rPr>
              <a:t>The code is public: github.com/nasa-jpl/macos</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Control using wavefront measurements:   u  =  −J⁺·w ,    J⁺  =  ( JᵀJ + ρI )⁻¹ Jᵀ</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4684268"/>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4535424" y="4169663"/>
            <a:ext cx="2514600" cy="1054608"/>
          </a:xfrm>
          <a:prstGeom prst="rect">
            <a:avLst/>
          </a:prstGeom>
          <a:noFill/>
        </p:spPr>
        <p:txBody>
          <a:bodyPr wrap="square">
            <a:spAutoFit/>
          </a:bodyPr>
          <a:lstStyle/>
          <a:p>
            <a:pPr algn="ct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M2-M4,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M2-M4,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 — the same machinery the DM Jacobians use.</a:t>
            </a:r>
          </a:p>
        </p:txBody>
      </p:sp>
      <p:sp>
        <p:nvSpPr>
          <p:cNvPr id="7" name="TextBox 6"/>
          <p:cNvSpPr txBox="1"/>
          <p:nvPr/>
        </p:nvSpPr>
        <p:spPr>
          <a:xfrm>
            <a:off x="411480" y="6018784"/>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15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15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15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15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476021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