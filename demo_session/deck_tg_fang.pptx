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scale, the shallow-plate option measured at full 96×96 scale — and a Zernike-sensor head-to-head on the same DM truth, priced to the 1 pm ambition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raw — the mask spot selects the band; a sampling sweep refuted the camera as the cause, and kernel calibration recovers 0.90 —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benchmark has since been run head-to-head against a Zernike wavefront sensor on the same DM truth, in actuator currency — the next three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in actuator currency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a 30 nm working surface reads to 46 pm through the interferometer and 5 pm through the sensor calibrated on that surface; only the interferometer never folds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Scoring moved to actuator space (the ruling): fit the DM's influence model to the measurement through the ray-traced registration, score recovered actuator commands — one currency for any sensor.  Both instruments carry calibrated estimators: a measured (ZWFS) or exact (IFO) response kernel, Tikhonov lattice deconvolution, and a measured modal transfer correction.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2331"/>
                <a:gridCol w="436880"/>
                <a:gridCol w="50952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single 10 nm actuator change, on a 30 nm working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interferometer, four-step differential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exact reading with iterated reference and base prior (one frame; calibrated on the flat)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phase-stepped retrieval (four frames; response matrix measured on the working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linear reading (one frame; response matrix measured on the working surface)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123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break scale separates them: growing the working surface 30 → 480 nm rms costs the interferometer ~5% of gain and 44 → 55 pm of floor — it does not fold.  The Zernike sensor's one-frame exact reading holds to 40 nm rms on 1 mm actuators (50 nm on 2 mm) and the four-frame retrieval to 50–60 nm, measured on 47 sites at once; beyond ~120 nm its recoveries alias.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Verdict as measured, not assumed: the working-state axis belongs to the interferometer; the Zernike sensor, with its response matrix measured on the working surface (64 sparse-grid states, 256 frames once), reads small changes there at a floor ten times below the interferometer's — the calibration a real DM needs anyway, and the same measurement the interferometer's own calibration should adopt.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105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96×96 rig, both instruments in actuator space through one scoring library (dm_gauge_lib); sensor numbers on the corrected sensor model at its compliant sampling (385 rays across, 2048 grid; its deck), corrected for the measured modal transfer.  Records: tg96_s4_report.txt, zwfs_dm96/runs/m2048_lat.  Sensor rows: 385 rays; the matrix calibration = every actuator's response measured once from sparse multiplexed grids (the sensor's piston null carried as a rank-one term).  The interferometer's S3/S4 fit still uses a single-site response pattern (with a 0.14 mm stencil bias found 2026-09-10); both are to be re-run with the measured matrix in its reflective build.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Zernike sensor as we model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Explicit choices, so a different modeling of the same sensor is discoverable in one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Geometry: the gauge's own test arm, reference arm removed — same source, lenses and DM; the phase dimple sits at the internal focus of the detector leg, and the camera sees the re-imaged pupil.  One frame per measurement.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mask is a complex transmission applied to the propagated field at focus — not a phase screen on rays: 346.2 nm etch in fused silica (π/2 at 632.8 nm, the VSG2 hardware value), gray-edge supersampled disk, diameter 2.0 λ/D as used (a 3.0 λ/D spot only deepens the sensor's own low-order dip below 2 cycles per aperture; 1.06 λ/D is the hardware default); the mask is fixed glass, so its phase and λ/D diameter scale with wavelength — the multi-color slide.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Propagation to and from the focus is physical optics — two reference spheres bracketing the mask with one shared radius, so the unmasked round trip is the identity (an asymmetric pair defocused the pupil image by 4.9 m in the first six stages; corrected, checked every run).  Sampling asserted: ≥6 pixels across the dimple, ≥2 camera pixels per actuator — the two pull opposite ways in the ray count, so the compliant configuration uses a 2048 grid.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Three reconstructions, used per their measured strengths: a frozen-reference linear reading (calibrated against model-measured E₀ and E_b on the flat DM); the exact per-pixel inversion with the reference wave re-propagated through the mask model, its branch resolved once per working surface by a phase-stepped retrieval; and the multi-depth phase-stepped retrieval itself (π/2, π, 3π/2 + clear).  Worth comparing notes on: for a phase-only dimple |c|² = −2 Re c, so depth stepping yields two observables per pixel, not three — |E_b|² needs a one-time calibration.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Calibration is noiseless in the model (long-exposure assumption), and scoring is actuator-space through the same estimator code as the interferometer.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461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Phase 2 in plan: a polarizing metasurface producing two phase images (vector Zernike sensor) once the scalar system is agreed.  If Fang's group models the sensor differently — mask representation, propagation, reference handling, reconstruction — this slide is the diff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the 1 pm ambition: photons are not the blocker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reaches 1 pm at 10¹⁵ photons per DM state, the Zernike sensor's readings at 10¹⁴ — both trivial, so systematics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Method: the optical fields do not depend on noise, so noiseless frames are captured once per DM state and photon shot noise is Monte-Carloed numerically; the photon budget per state is split across each reading's frames (interferometer 4, linear 1, stepped 4) — equal light and equal time across modalities.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1859"/>
                <a:gridCol w="1962404"/>
                <a:gridCol w="174447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 on the 10 nm 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photons/state for 1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four-step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linear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7.3×10⁶/√N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exact, iterated reference +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9.4×10⁶/√N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8.8×10¹³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phase-stepped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1.0×10⁷/√N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noise follows 1/√N over eight decades, and each instrument's high-photon floor converges to its measured systematic floor — the noiseless campaign and the noise model agree where they must.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10¹⁵ photons at 633 nm is ~0.3 mJ — trivial for a bench source.  The 1 pm budget is therefore a systematics and gain-stability budget (gain jitter measured at the 0.1% class), not a photon budget.  The sensor's tenfold photon advantage over the interferometer is real but does not decide anything at these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199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Scenario: the head-to-head row (single 10 nm change on the 30 nm working surface, 96×96).  Detector read noise, drift and calibration noise are the natural next terms once a use case fixes them.  Records: tg96_s5noise_report.txt; zwfs_dm96/runs/rec193full (corrected sensor model).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Color is a lever for neither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corrected sensor model five colors lift the sensor's transfer by 3% and its rows not at all; every interferometer number holds to three digits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rec193full_color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695" y="1298448"/>
            <a:ext cx="258200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Zernike sensor, linear reading, corrected model: five colors share one smooth transfer with only the dimple's own low-order dip; the five-color combination (orange) sits at 0.99–1.</a:t>
            </a:r>
          </a:p>
        </p:txBody>
      </p:sp>
      <p:pic>
        <p:nvPicPr>
          <p:cNvPr id="6" name="Picture 5" descr="crop_zwfs_s6color_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449" y="1298448"/>
            <a:ext cx="2959660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Interferometer: the five colors coincide (spread 0.004 in gain) — the roll-off is not diffraction.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Sensor: the blind band that first seemed to migrate with wavelength was the defocused sensor model's Talbot null.  On the corrected model the five single-color transfers bottom at 0.92–0.97 after the Wiener step and their combination at 0.991; on the 30 nm working surface the one-frame exact reading's SNR is 269 at 632.8 nm, 183 combined, 255 for the best pair (700 + 780 nm).  What stays chromatic is range: the reddest color is the best single color (smaller phase per nanometer, a 1.6 λ/D dimple).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Interferometer: 92 pm hold-out, 4.17 nm dense random, SNR 210 at every color and after combination.  A diffraction roll-off would have moved 1.6× across this band; it moved under 0.3%: the loss is geometric (the null-tuned detector leg's conjugate and 0.14 mm of warp), so the joint leg optimization is the lever, not the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775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One physical mask (346.2 nm etch, dispersion-corrected index), every calibration redone per color; achromatic quarter-wave plates and dispersionless lenses assumed; noiseless — K colors cost K× the frames.  Records: zwfs_dm96/runs/rec193full (corrected sensor model), tg96_s6color_report.txt (96×96).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0.50; the multi-color run shows that loss is geometric, so the leg, not the source, is the lever),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Head-to-head campaign records (both instruments, one scoring library): templates/40_benches/dm_gauge_lib (registration / actuator fit / modal correction / both measurement factories; the two S3 batteries re-run identically through it as the equivalence gate) + tg_psi_dm96 stage reports S2–S6 and, for the sensor, the parameterized runner's runs (zwfs_dm96/runs: rec193, ng385, ng385s3, m2048, rec193full) on the corrected sensor model.  Campaign READMEs carry the findings ledgers, including the corrected attributions (pattern-radius frame bias; the refuted sampling-starvation hypothesis; the defocused mask bracket behind every S1–S6 sensor number).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phase-2 vector Zernike sensor (polarizing metasurface, two phase images).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