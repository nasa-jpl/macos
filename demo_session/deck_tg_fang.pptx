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 — and the shallow-plate option laid out and measured at full 96×96 scale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2582" y="1298448"/>
            <a:ext cx="3691394" cy="2514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08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solved bench: plate at 7°, DM leg 700 mm, every beam-edge margin ≥ 25 mm.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templates/90_polarization/tg_psi_dm96 (tg96.m; report, layout and figures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is the benchmark for what comes next: the same DM truth and the same differential score, measured by a Zernike wavefront sensor — the planned comparison.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templates/90_polarization/tg_psi_dm96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Zernike wavefront sensor comparison against the differential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