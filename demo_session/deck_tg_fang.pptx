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and calibration taken to the actuator scale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13816" y="6309360"/>
            <a:ext cx="10543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E6E6E"/>
                </a:solidFill>
                <a:latin typeface="Arial"/>
              </a:rPr>
              <a:t>This document has been reviewed and determined not to contain export-controlled information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47484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# Backup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full 16×16 closure at 12°, decomposition of the sub-1% shallow-angle residuals (rig geometry against polarization), and a real splitter-coating design at shallow incidence.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