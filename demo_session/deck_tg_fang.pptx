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A deformable-mirror surface gauge, modeled end to end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A polarization phase-shifting Twyman–Green in MACOS: three splitter options priced, the idealized gauge closed at 0.18 nm, calibration taken to the actuator scale, the shallow-plate option measured at full 96×96 scale — and a Zernike-sensor head-to-head on the same DM truth, priced to the 1 pm ambition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September 2026.  Prepared for Fang Shi.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pending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instrument: a Twyman–Green, phase-stepped by polarization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test optic is a mirror, so the Michelson topology gives it a whole arm at normal incidence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a Twyman–Green for a DM: both arms end on mirrors, so the DM takes one arm whole, at normal incidence, double pass — height counts twice — with a natural null against the reference flat.  A Mach–Zehnder has no natural seat for a mirror: its isolated arms and two ports serve dynamics and transmission, not figure.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Phase shifting with nothing moving in the interferometer: the arms carry orthogonal polarizations (polarizer and quarter-wave plates in the collimated legs); the analyzer angle θ writes fringe phase 2θ.  The analyzer sits in the recombined beam — or is a pixelated camera (0/45/90/135° per 2×2 tile): all four steps in one snapshot.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one design decision left is the splitter.  Three options follow, priced on the same model.</a:t>
            </a:r>
          </a:p>
        </p:txBody>
      </p:sp>
      <p:pic>
        <p:nvPicPr>
          <p:cNvPr id="5" name="Picture 4" descr="fig_ifo_top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1177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494207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rig, and the splitter that decides its error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598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Test optic: a 16×16-actuator deformable mirror, influence-function surface model, HeNe 632.8 nm.  In every option the polarizing elements sit in the arms; the splitter differs.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three splitter options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architecture, three splitters — the plate's incidence angle and the cube are the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Option 1 — plate at 45°: the compact classic.  The plate's unequal s/p transmission rotates one arm's polarization 7.48° from orthogonal; the gauge reads 11.7% high until a one-waveplate alignment (+3.77°, solved in 5 traces) restores it.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Option 2 — MacNeille cube: a real cemented polarizing cube.  Each arm rides a coating eigenaxis, so the rotation is structurally absent (5×10⁻⁶ °); no alignment, 2.27× the light — at a glass cost that grows steeply with aperture.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Option 3 — plate at a shallow angle (the VSG2 layout's ~10–15°): the same plate architecture with the diattenuation attacked at its source — s/p asymmetry vanishes toward normal incidence.  Measured on the model: rotation 7.48° → 0.43° and scale error 11.7% → ~0.5% at 12°, with no alignment step.  The price is geometry: the arms separate at twice the incidence angle, so the bench stretches.</a:t>
            </a:r>
          </a:p>
        </p:txBody>
      </p:sp>
      <p:pic>
        <p:nvPicPr>
          <p:cNvPr id="5" name="Picture 4" descr="tg_aoi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511" y="1298448"/>
            <a:ext cx="4475536" cy="189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0852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v1 systematic against plate angle: rotation collapses toward normal incidence; scale error falls from 11.7% to under 1% below ~15°.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39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Ladder measured at 45/30/20/15/12/8/5°, design azimuths, unaligned; the 45° rung reproduces the committed v1 numbers exactly.  Sub-1% residuals at shallow angles carry rig-geometry effects at this fidelity — noted, not yet decomposed.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decision table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cube buys its error budget with glass; the shallow plate buys most of it with bench 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252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317"/>
                <a:gridCol w="1812407"/>
                <a:gridCol w="4695781"/>
                <a:gridCol w="2636228"/>
              </a:tblGrid>
              <a:tr h="280035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plate 45° (v1)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plate ~12° (option 3)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MacNeille cube (v2)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arm rotation, unaligned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7.479°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0.426°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5×10⁻⁶ 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scale error, unaligned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11.7%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~0.5%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1×10⁻⁴ 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alignment required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waveplate, +3.768°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at the 1% level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waveplate-error character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invisible scale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invisible scale, 18× attenuated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visible contrast, scale pinned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delivered power (fraction)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0.169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plate-class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0.384 (2.27×)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hardware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plate + compensator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plate + compensator + ~2×CA of separation length per fold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cemented cube, CA³ glass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aperture cost scaling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CA² area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CA² area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CA³ mass + 1/CA homogeneity spec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full 16×16 closure measured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0.304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not yet run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0.183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96506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Reading: option 1 needs the alignment solve or carries an invisible 11.7% systematic.  Option 3 removes ~95% of the systematic with geometry alone and keeps plate-class cost — the natural choice at large aperture.  Option 2 removes it structurally and converts residual waveplate errors from invisible scale to visible contrast — the best instrument, at a cost that grows as the cube of aperture.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132450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All entries from committed runs (v1 example, v2 example, tg_aoi_ladder); "plate-class" and the closure gap are marked where not yet measured.  Option 3 has since been laid out and measured at full 96×96 scale — the closing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First-order cost with clear aperture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cube's glass grows as CA³ and its homogeneity spec tightens as 1/CA; plates grow as CA²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252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1183"/>
                <a:gridCol w="1817116"/>
                <a:gridCol w="1453895"/>
                <a:gridCol w="152654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clear aperture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50 mm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75 mm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100 mm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cube: glass volume / mass (flint, ~3.5 g/cc)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125 cm³ / ~0.4 kg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420 cm³ / ~1.5 kg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1000 cm³ / ~3.5 kg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cube: transmitted glass path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50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75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100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cube: index homogeneity for λ/20 transmitted WFE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Δn ≤ 6×10⁻⁷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Δn ≤ 4×10⁻⁷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Δn ≤ 3×10⁻⁷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cube: coated + cemented hypotenuse area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35 cm²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80 cm²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141 cm²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cube: availability class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top of catalog (2-inch)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custom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plate + compensator: glass volume / mass (silica)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~50 cm³ / ~0.11 kg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~140 cm³ / ~0.3 kg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~340 cm³ / ~0.75 kg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plate: transmitted glass path (2 substrates)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~17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~25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~34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plate: availability class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catalog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catalog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semi-custom flat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96506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crossover argument: below ~50 mm the cube is a catalog part and its error budget comes nearly free.  Above it, the cube is custom glass whose mass grows as CA³ and whose transmitted-wavefront homogeneity requirement passes beyond standard melt grades near 100 mm — while the shallow plate holds catalog-class cost and, from the ladder, gives up only ~0.4° of arm rotation.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132450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Scaling estimates for planning: masses from geometry and nominal densities; homogeneity from Δn·L ≤ λ/20 at 633 nm; availability classes from current catalog size limits.  Vendor quotes are the real numbers — none are quoted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Why the plate needs its alignment: the invisible error, caught in the model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Splitter diattenuation reads as 11.7% of scale while fringe contrast moves 0.17%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finding (option 1, as designed): the waveplate azimuths should leave the arms orthogonal at ∓45°.  Measured: reference exactly +45.0000°, test −37.52°.  The gauge's scale reads 11.7% high.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mechanism: every non-normal surface between polarizer and recombination transmits s and p unequally, and unequal transmission rotates a linear state.  The reference arm's waveplate cancels the rotation before it against the one after; the test arm's adds them.  Nothing downstream repairs it — a waveplate is lossless and cannot restore orthogonality.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it is dangerous on a bench: contrast moves 0.17% while scale moves 11.7% — a 69× blind spot.  Every field phase in the model was exact throughout; the error lived entirely in the measurement.  On hardware this calibrates out only if you know to look for it.</a:t>
            </a:r>
          </a:p>
        </p:txBody>
      </p:sp>
      <p:pic>
        <p:nvPicPr>
          <p:cNvPr id="5" name="Picture 4" descr="tg_psi_dm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183" y="1298448"/>
            <a:ext cx="2494193" cy="2148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46506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plate-rig layout as traced.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307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same mechanism, attenuated 18×, is what remains of option 3 at 12°; the cube removes it structurally.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cube in detail: real MacNeille physics, engine against textbook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coated 45° interface; the design condition hands back a dense flint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real cube, not bookkeeping: a ZnS/cryolite quarter-wave stack on the cemented diagonal.  The MacNeille condition fixes the prism glass: n = 1.6555 — the model reproduces why real polarizing cubes are not BK7.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Engine against textbook: coating reflectances match the thin-film reference calculation at the 10⁻¹⁰ level; R+T = 1.000000000000 measured across the two arm models; polarization extinction 2382:1.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design subtlety the model caught: satisfying the MacNeille (Brewster) condition at the layer interfaces is not enough.  For p-light the stack is one homogeneous slab, and only its total thickness matters: a 9-quarter-wave stack leaves R_p = 2.1%; the 8-quarter-wave form nulls it.  Both are textbook designs; one is a polarizer.</a:t>
            </a:r>
          </a:p>
        </p:txBody>
      </p:sp>
      <p:pic>
        <p:nvPicPr>
          <p:cNvPr id="5" name="Picture 4" descr="demo2_beat2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59" cy="1776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093397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cube rig as traced: both returns leave by the same 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cube's real purchase: the error budget inverts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waveplate error becomes visible contrast instead of invisible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 the plate, a waveplate azimuth error appears as measurement scale — nothing in the fringes warns you.  On the cube, the same error is cleaned on the return leg (to coefficients the coating pins) and appears as fringe contrast — visible immediately, while the scale stays put.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Measured: 10° of deliberate waveplate error moves the plate's arm rotation 13.15°; the cube's arms move 3×10⁻⁵ ° (reflecting arm) and 0.37° (transmitting arm), with the error emerging as contrast.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instrument lesson: a polarizing cube is worth buying for its error budget before its throughput — where the aperture makes it affordable.</a:t>
            </a:r>
          </a:p>
        </p:txBody>
      </p:sp>
      <p:pic>
        <p:nvPicPr>
          <p:cNvPr id="5" name="Picture 4" descr="tg_psi_dm_v2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60" y="1298448"/>
            <a:ext cx="4904838" cy="198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9996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Who cleans an alignment error: the plate's arm rotation walks with waveplate error; the cube's arms stay 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307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v2 closure is also the best of the three: 0.183 nm rms against 0.304 for the aligned plate.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model behind the numbers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Engine surfaces, not appended matrices; the DM surface is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Every element is physical and in the trace: polarizers, waveplates, the splitter and its thin-film coating are engine surfaces — not a Jones model multiplied on afterward.  Applying the analyzer's matrix to the detector field is measurably wrong (the field there is 2.8×10⁻² non-transverse); the model traces through the analyzer instead.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DM is a gridded surface: a grid value is the surface height — a uniform 20 nm piston recovers 4π·dz/λ exactly and matches a rigid 20 nm mirror translation to 2.3×10⁻¹⁰ rad; the double pass supplies the factor 2.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trust base: 18 regression checks across the two rigs run per commit; every number in this deck is printed by a committed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8919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Records: mmacos templates/90_polarization/tg_psi_dm (v1 + option-3 ladder) and tg_psi_dm_v2; checks tTgPol (9) + tTgPol2 (9).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idealized gauge, closed end to end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Null 73 pm with nothing aligned; the full map recovers to 0.183 nm rms on 6.35 nm of 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null: 73 pm rms with nothing aligned — and the leftover is a smooth saddle, a systematic you could chase, not a noise floor.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actuator poked 150 nm: the bullseye does its own arithmetic — half a fringe double-passed is ~158 nm; the gauge recovers 146 nm.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analyzer sweep costs no traces: the detector field is bilinear in the analyzer axis, so 3 traces per arm span every analyzer angle exactly (3.5×10⁻¹⁰ against direct traces); 36 sweep frames render in 35 ms with nothing re-traced.  The one correction is a clean quadratic in ray angle at the analyzer (0.149·β²), verified over four decades.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Full closure: a 16×16 checkerboard command at 6.35 nm rms truth recovers 6.26 nm measured — residual 0.183 nm rms, correlation 0.9996.</a:t>
            </a:r>
          </a:p>
        </p:txBody>
      </p:sp>
      <p:pic>
        <p:nvPicPr>
          <p:cNvPr id="5" name="Picture 4" descr="demo2_beat5_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395" y="1298448"/>
            <a:ext cx="4527768" cy="1736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0535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One actuator poked: the fringes bend over it.</a:t>
            </a:r>
          </a:p>
        </p:txBody>
      </p:sp>
      <p:pic>
        <p:nvPicPr>
          <p:cNvPr id="7" name="Picture 6" descr="demo2_beat7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19272"/>
            <a:ext cx="5394960" cy="14524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90049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recovery beside the injected truth map — the panel a bench cannot draw.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5573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These are the numbers from the 2026-09-02 live run (eight beats, ~45 s of compute); every beat writes its figure and its numbers to the record.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Calibration I: against low-order modes, the gauge is already at its floor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Gain 0.9912 ± 0.0020, linear to 0.00% — almost nothing to calibrate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protocol: inject known low-order surface commands, measure, fit gain — the standard bench calibration, run in the model where truth is exact.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answer: gain 0.9912 ± 0.0020 across the mode set, linear to 0.00% over the tested range.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two correlations say where the leftover lives: the residual correlates with the injected shape, not with the fringe field — a smoothing of the truth, not a phase error.  That pointed the follow-up: the gauge error is a spatial-frequency effect, so calibrate against spatial frequency — widen the basis, not the gain.</a:t>
            </a:r>
          </a:p>
        </p:txBody>
      </p:sp>
      <p:pic>
        <p:nvPicPr>
          <p:cNvPr id="5" name="Picture 4" descr="demo2_beat8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15466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863413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low-order calibration: measured against injected, mode by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12909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This beat was built live in answer to a calibration question during the 2026-09-02 demonstration; its conclusion is deliberately not the one it was built expecting.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Calibration II: at the DM's own actuator scale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gauge is a mild low-pass instrument: 1.6% roll-off at Nyquist, and its calibration transfers to a held-out 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basis is the actuator lattice, not Zernikes: the detector images the DM through optics that smooth, so the modes that diagonalize the gauge error are the command grid's own spatial frequencies — separable cosines on the 16×16 lattice, from near-piston to the checkerboard at Nyquist.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measurement: 12 cosine modes injected at 50 nm, three traces each; per-mode gain and cross-talk from a single least-squares fit.  Gain falls monotonically from 1.0001 at 0.7 cycles/pupil to 0.9838 at the checkerboard's 11.3 — a 1.6% roll-off at Nyquist, cross-talk below 1.1%.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Held-out validation: the calibration matrix, built on the cosine set, is applied to a random command pattern it never saw: 0.300 → 0.296 nm rms on a 29.4 nm input (1.01%), and the residual's correlation with the command falls to −0.20 — what remains is the gauge floor, not a calibratable shape.  The in-span checkerboard checks the fit itself: 0.208 → 0.178 nm rms (2.80% of 6.35 nm).</a:t>
            </a:r>
          </a:p>
        </p:txBody>
      </p:sp>
      <p:pic>
        <p:nvPicPr>
          <p:cNvPr id="5" name="Picture 4" descr="tg_widen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571" y="1298448"/>
            <a:ext cx="3579416" cy="2348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6657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Per-mode gain against spatial frequency: the gauge's transfer curve, measured on the actuator lattice.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09651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12 modes × 3 traces in 14.6 s.  The checkerboard is the Nyquist member of the cosine set — in the calibrated span by construction — so the random pattern is the honest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shallow plate at full scale: a 96×96, 1 mm-pitch Xinetics DM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layout is solved against clearances — and, after one silent failure, the sampling is solved with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article: a Xinetics 96×96-actuator DM at 1.0 mm pitch — a 96 mm beam, the aperture class where the cube goes custom and the shallow plate is the natural choice.  The rig is scaled up 1.71× and re-solved, not just magnified.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Clearances set the geometry: the arms separate at twice the plate's incidence angle, so beam-edge clearances (25 mm margin around real component bodies) fix the plate at 7° with a 700 mm DM leg.  Achieved margins: +28, +58, +68 mm; the binding pair is the DM arm against the reference beam.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Sampling is part of the design: every sampling interface is now budgeted, in the layout solve itself, against the finest feature to be measured (the actuator spacing, 48 cycles across the pupil): detector 385 px across the pupil (4.0× above the minimum 2×), surface grid 3.6 px per actuator, diffraction grid 1024².  The lesson that bought the rule: the geometrically-scaled 63 px detector read a 1 mm actuator at half its true height — with nothing else visibly wrong.</a:t>
            </a:r>
          </a:p>
        </p:txBody>
      </p:sp>
      <p:pic>
        <p:nvPicPr>
          <p:cNvPr id="5" name="Picture 4" descr="tg96_render_r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63" y="1298448"/>
            <a:ext cx="5189233" cy="170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02564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test arm as traced: plate at 7°, the 96 mm DM on its 700 mm leg, and the detector tail to the pupil-image camera.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564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templates/40_benches/tg_psi_dm96 (tg96.m; report, clearance-margin layout figure, and all numbers committed).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96 mm gauge, measured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ladder's promise holds at full scale: arms 0.14° from orthogonal, null 0.134 nm with nothing aligned, and a smooth measurable response out to the finest actuator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Polarization at 7°: arm azimuths −44.86° / +45.00° — 0.143° from orthogonal, scale error +0.145%, no alignment step.  The 45° plate's 7.5° / 11.7% systematic is removed by geometry alone, as the angle ladder predicted.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null: 0.134 nm rms with nothing aligned — after re-optimizing the detector-leg optics at this scale.  The geometrically-scaled detector leg read 9.1 nm: lengths scale, diffraction does not.  Re-opening its four parameters recovered 68×.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Camera-to-DM registration needs four separate calibrations, each from its own observable: scale and rotation from traced rays; translation from one center poke; the array's flip/transpose orientation from one off-center poke by direct overlap (0.93 against 0.002 for the runner-up); and the sign of the measurement from that same overlap.  Symmetric test patterns fail — a checkerboard cannot see a one-actuator shift or a flip.  Measured, not supposed: the failure series is preserved in the record.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single 1 mm actuator poked 150 nm reads 146.1 nm.</a:t>
            </a:r>
          </a:p>
        </p:txBody>
      </p:sp>
      <p:pic>
        <p:nvPicPr>
          <p:cNvPr id="5" name="Picture 4" descr="tg96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68" y="1298448"/>
            <a:ext cx="3112022" cy="2092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409187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measured response against spatial frequency: gain 1.02 at low frequency, 0.85 at 34 cycles/pupil, 0.50 at the finest 96×96 pattern.  Positive and monotonic — an instrument response that calibrates.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005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Tuning the detector leg for the null alone traded away pupil-image sharpness (finest-pattern gain 0.84 → 0.50) and 0.14 mm of mapping warp; the next pass optimizes null, sharpness and distortion jointly.  Record: tg96_report.txt.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Wavefront estimates through the gauge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actuator pushed 20 nm recovers at gain 0.98 with 0.05 nm rms error; an 8 nm defocus at 1.02 with 0.09 nm — applied, sensed, and the estimate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g96_poke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34" y="1298448"/>
            <a:ext cx="4905026" cy="14625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77926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One actuator pushed 20 nm: sensed matches applied; the error is a 0.05 nm rms sub-actuator dipole (residual registration, not gauge phase).</a:t>
            </a:r>
          </a:p>
        </p:txBody>
      </p:sp>
      <p:pic>
        <p:nvPicPr>
          <p:cNvPr id="6" name="Picture 5" descr="tg96_defocus_tripty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414" y="3044952"/>
            <a:ext cx="4920865" cy="14625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525771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Defocus at 8 nm amplitude: gain 1.024, error flat at 0.086 nm rms — the interferometer owns low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791455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Reading with the transfer curve in hand: the gauge is essentially perfect from low order through the single-actuator scale; its cost concentrates at the finest patterns (0.50 gain at the full 96×96 checkerboard).  The same two cases measured on the Zernike sensor (its own deck): poke 0.45 raw — the mask spot selects the band; a sampling sweep refuted the camera as the cause, and kernel calibration recovers 0.90 — defocus 0.99.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58839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Truth mapped to the camera by traced rays; measurement sign −1 and patterns on the illuminated 38 mm radius (the source fills 74% of the aperture — a display-frame lesson recorded in the campaign README).  Record: tg96_wf_figs.m.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differential measurement: how well is a change measured?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10 nm actuator deviation reads to 0.021 nm — the same about a 30 nm working surface as about a flat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real job of this instrument is measuring deviations — how the surface differs from where it was — not any one surface in isolation.  So the closing test measures a base state, applies a known deviation, measures again, and scores the difference of the two measurements against the truth.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218182"/>
          <a:ext cx="11368733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7495"/>
                <a:gridCol w="3343745"/>
                <a:gridCol w="1471248"/>
                <a:gridCol w="1604997"/>
                <a:gridCol w="1471248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base state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deviation applied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fitted gain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residual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correlation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flat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actuator, 10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0.965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0.021 nm 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flat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random pattern, 10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0.920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3.67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0.926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working surface, 30 nm 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actuator, 10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0.977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0.024 nm 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working surface, 30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random pattern, 10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0.921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3.68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0.926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76466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common systematic cancels, as designed: the single-actuator rows agree to 0.003 nm across bases — the gauge measures a change the same way about a working surface as about a flat.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What remains is the response curve, not a hidden coupling: the random-pattern rows (all spatial frequencies at once) read 37% low identically about both bases.  The differential error is the instrument response of the previous slide — which calibrates — not a coupling to the working state.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This benchmark has since been run head-to-head against a Zernike wavefront sensor on the same DM truth, in actuator currency — the next three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5541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Each row: measure the base, apply the deviation, measure again, difference the two measurements, fit one gain against the true deviation; the residual is what is left.  Record: tg96_report.txt, differential section.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head-to-head, in actuator currency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10 nm actuator change reads to 46 pm through the calibrated interferometer, identically on a flat and a 30 nm working surface — and the interferometer does not break as the working state grows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Scoring moved to actuator space (the ruling): fit the DM's influence model to the measurement through the ray-traced registration, score recovered actuator commands — one currency for any sensor.  Both instruments carry calibrated estimators: a measured (ZWFS) or exact (IFO) response kernel, Tikhonov lattice deconvolution, and a measured modal transfer correction.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465831"/>
          <a:ext cx="11368735" cy="112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687"/>
                <a:gridCol w="436880"/>
                <a:gridCol w="582168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single 10 nm actuator change, on a 30 nm working surface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gain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interferometer, four-step differential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46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sensor, frozen-reference linear reading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744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sensor, multi-depth phase-stepped retrieval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773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732275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break scale separates them: growing the working surface 30 → 480 nm rms costs the interferometer ~5% of gain and 44 → 55 pm of floor — it does not fold.  The Zernike sensor's linear reading folds beyond a ~30 nm working state; the phase-stepped retrieval holds to ~60 nm; beyond ~120 nm its recoveries still clear a formal detection threshold but are no longer measurements.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Verdict as measured, not assumed: the working-state axis belongs to the interferometer; the Zernike sensor serves flat and small working states — and owns dynamic range on single frames (a 150 nm poke, 3 radians, retrieves within 9% via the depth ladder where the linear reading folds).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8281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96×96 rig; 48×48 (DST-class pitch) measured alongside with the same conclusions at 33 pm.  Records: tg96_s4_report.txt, zwfs_s4_report.txt; machinery factored into one scoring library (dm_gauge_lib) so both instruments run the identical estimator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Zernike sensor as we model it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Explicit choices, so a different modeling of the same sensor is discoverable in one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Geometry: the gauge's own test arm, reference arm removed — same source, lenses and DM; the phase dimple sits at the internal focus of the detector leg, and the camera sees the re-imaged pupil.  One frame per measurement.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mask is a complex transmission applied to the propagated field at focus — not a phase screen on rays: 346.2 nm etch in fused silica (π/2 at 632.8 nm, the VSG2 hardware value), gray-edge supersampled disk, diameter 2.0 λ/D as used (1.06 λ/D — the hardware spot — sign-inverts the fine-actuator band; the spot is a band-select lever we measured, not a free parameter); the mask is fixed glass, so its phase and λ/D diameter scale with wavelength — the multi-color slide.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Propagation to and from the focus is physical optics (near-field reference-sphere sandwich), with the focal-plane sampling asserted at ≥6 pixels across the dimple — an interface we found silently starved when the tail was traced geometrically.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Two reconstructions, used per their measured strengths: a frozen-reference linear reading (calibrated against model-measured E₀ and E_b fields on the flat DM), and a multi-depth phase-stepped retrieval (π/2, π, 3π/2 + clear).  A structural fact worth comparing notes on: for a phase-only dimple |c|² = −2 Re c identically, so depth stepping yields two observables per pixel, not three — |E_b|² must come from a one-time calibration, not the ladder.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Calibration is noiseless in the model (long-exposure assumption), and scoring is actuator-space through the same estimator code as the interferometer.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50814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Phase 2 in plan: a polarizing metasurface producing two phase images (vector Zernike sensor) once the scalar system is agreed.  If Fang's group models the sensor differently — mask representation, propagation, reference handling, reconstruction — this slide is the diff 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Pricing the 1 pm ambition: photons are not the blocker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All three readings reach 1 pm near 10¹⁵ photons per DM state — within 2× of each other — so systematics, not light, decide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Method: the optical fields do not depend on noise, so noiseless frames are captured once per DM state and photon shot noise is Monte-Carloed numerically; the photon budget per state is split across each reading's frames (interferometer 4, linear 1, stepped 4) — equal light and equal time across modalities.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218182"/>
          <a:ext cx="11368733" cy="112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2952"/>
                <a:gridCol w="4003075"/>
                <a:gridCol w="3522706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noise on the 10 nm change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photons/state for 1 pm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interferometer four-step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2.8×10⁷/√N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8×10¹⁴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linear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3.7×10⁷/√N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1.4×10¹⁵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stepped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7.0×10⁷/√N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5×10¹⁵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48462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noise follows 1/√N over eight decades, and each instrument's high-photon floor converges to its measured systematic floor — the noiseless campaign and the noise model agree where they must.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10¹⁵ photons at 633 nm is ~0.3 mJ — trivial for a bench source.  The 1 pm budget is therefore a systematics and gain-stability budget (gain jitter measured at the 0.1% class), not a photon budget — and the sensors' photon economies do not discriminate between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398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Scenario: the head-to-head row (single 10 nm change on the 30 nm working surface, 96×96).  Detector read noise, drift and calibration noise are the natural next terms once a use case fixes them.  Records: tg96_s5noise_report.txt, zwfs_s5noise_report.txt.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Color moves the sensor's blind bands, not the interferometer's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colors, 480–780 nm, lift the sensor's floors 3–4× and halve its dense-random error; every interferometer number holds to three digits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_zwfs_s6color_zw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947" y="1298448"/>
            <a:ext cx="2975504" cy="2531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848608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Zernike sensor: the transfer null near 30 cycles/pupil at 632.8 nm sits at 40 cycles at 480 nm and at 20 at 780 nm; the five-color combination (black) stays above 0.99.</a:t>
            </a:r>
          </a:p>
        </p:txBody>
      </p:sp>
      <p:pic>
        <p:nvPicPr>
          <p:cNvPr id="6" name="Picture 5" descr="crop_zwfs_s6color_i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449" y="1298448"/>
            <a:ext cx="2959660" cy="2531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84860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Interferometer: the five colors coincide (spread 0.004 in gain) — the roll-off is not diffraction.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7939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Sensor: the dimple is fixed glass — its phase and λ/D size scale with wavelength, so no two colors are blind at the same frequency, and a multi-channel Wiener estimate on the actuator lattice carries each mode with the colors that see it.  On the 30 nm working surface: single-actuator floor 720 → 224 pm (SNR 9 → 35), dense random 16.4 → 7.2 nm; the undetected grid case (47 actuators at 1 nm) rises from SNR 1.5 to 3.4 — still short of 5.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Interferometer: 92 pm hold-out, 4.17 nm dense random, SNR 210 at every color and after combination.  A diffraction roll-off would have moved 1.6× across this band; it moved under 0.3%: the loss is geometric (the null-tuned detector leg's conjugate and 0.14 mm of warp), so the joint leg optimization is the lever, not the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329933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One physical mask (346.2 nm etch, dispersion-corrected index), every calibration redone per color; achromatic quarter-wave plates and dispersionless lenses assumed; noiseless — K colors cost K× the frames.  Records: zwfs_s6color_report.txt, tg96_s6color_report.txt (96×96).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this offers a bench program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An instrument-error sandbox where truth is exact and every systematic prints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Catch the invisible class before hardware does: the plate rig's 11.7% scale error moved contrast 0.17% — found on first closure in the model, because the model has the truth panel a bench lacks.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Price hardware choices in instrument terms: the three-option table is the pattern — splitter angle, cube against plate, waveplate tolerances, coating terminations, analyzer options (rotating or pixelated) all price the same 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Rehearse calibration protocols: the low-order and actuator-scale calibrations are scripts; a planned bench protocol can run against the model first, with injected errors of chosen size.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What the model does not yet carry: source noise, detector noise, vibration and drift — the idealized gauge is the systematic-error floor, not a bench prediction.  Adding measured-class realism is the natural next step, sized to a use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2470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All records, checks and figures are committed and re-runnable; the full demonstration runs in under a minute of compute.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Provenance and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re-derives from a committed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v1 rig, finding and fix: templates/90_polarization/tg_psi_dm — example_tg_psi_dm.m (5 gates + closure), demo_tg_psi.m, README with the topology trade; tg_aoi_ladder.m = the option-3 angle ladder (this deck).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v2 cube: templates/90_polarization/tg_psi_dm_v2 — pbs_macneille.m + thinfilm_rt.m (textbook thin-film reference, general incident medium), example, demo_tg_psi_v2.m (8 beats), tg_widen.m (actuator-scale calibration).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96×96 realization: templates/40_benches/tg_psi_dm96 — tg96.m (clearance solve, sampling budget, build, battery, response curve, differential test), tg96_tail.m (detector-leg re-optimization: null 9.11 → 0.134 nm, found at reduced resolution, verified at full), tg96_report.txt (all numbers on the 96×96 slides), plus the preserved registration failure series (six reports).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Regression: tTgPol (9 checks) + tTgPol2 (9 checks) in the fast suite; the polarizing option's off-state is bit-identical to the plain Twyman–Green.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Traps recorded so they are not re-derived: a circular state is analyzer-invariant in power (single-arm tripwires pass vacuously on the aligned rig); the four-step protocol's 4θ term is real at the detector (8.9×10⁻⁴ of the fringe) and cancels in the differential protocol (1.7×10⁻¹⁴ nm); diffraction-array row/column parity is calibrated on one actuator and verified on a second, never hard-coded.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Option-3 open items: joint detector-leg optimization (null + pupil-image sharpness + distortion together — the current leg tuned for null alone gave up finest-pattern gain 0.84 → 0.50; the multi-color run shows that loss is geometric, so the leg, not the source, is the lever), response-curve-corrected scoring of the differential residuals, decomposition of the sub-1% shallow-angle residuals (rig geometry against polarization), and a real splitter-coating design at shallow incidence.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Head-to-head campaign records (both instruments, one scoring library): templates/40_benches/dm_gauge_lib (registration / actuator fit / modal correction / both measurement factories; the two S3 batteries re-run identically through it as the equivalence gate) + tg_psi_dm96 and zwfs_dm96 stage reports S2–S6 (registration and kernel calibration, modal battery, differential head-to-head with break scale, photon-noise pricing, multi-color combination — dmg_color_comb).  Campaign READMEs carry the findings ledgers, including the corrected attributions (pattern-radius frame bias; the refuted sampling-starvation hypothesis).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Planned configurations on the same DM truth and battery: an all-reflective variant (off-axis paraboloids replace the lenses — removes the transmitted-glass and homogeneity cost rows entirely) and the phase-2 vector Zernike sensor (polarizing metasurface, two phase images).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