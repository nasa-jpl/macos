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change reads to 46 pm through the calibrated interferometer, identically on a flat and a 30 nm working surface — and the interferometer does not break as the working state grows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9687"/>
                <a:gridCol w="436880"/>
                <a:gridCol w="58216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frozen-reference linear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0.66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744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multi-depth phase-stepped retrieval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773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3227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linear reading folds beyond a ~30 nm working state; the phase-stepped retrieval holds to ~60 nm; beyond ~120 nm its recoveries still clear a formal detection threshold but are no longer measurements.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 serves flat and small working states — and owns dynamic range on single frames (a 150 nm poke, 3 radians, retrieves within 9% via the depth ladder where the linear reading folds).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782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rig; 48×48 (DST-class pitch) measured alongside with the same conclusions at 33 pm.  Records: tg96_s4_report.txt, zwfs_s4_report.txt; machinery factored into one scoring library (dm_gauge_lib) so both instruments run the identical estimator code.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(1.06 λ/D — the hardware spot — sign-inverts the fine-actuator band; the spot is a band-select lever we measured, not a free parameter).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(near-field reference-sphere sandwich), with the focal-plane sampling asserted at ≥6 pixels across the dimple — an interface we found silently starved when the tail was traced geometrically.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reconstructions, used per their measured strengths: a frozen-reference linear reading (calibrated against model-measured E₀ and E_b fields on the flat DM), and a multi-depth phase-stepped retrieval (π/2, π, 3π/2 + clear).  A structural fact worth comparing notes on: for a phase-only dimple |c|² = −2 Re c identically, so depth stepping yields two observables per pixel, not three — |E_b|² must come from a one-time calibration, not the ladder.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7508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three readings reach 1 pm near 10¹⁵ photons per DM state — within 2× of each other — so systematics, not light,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DM state and photon shot noise is Monte-Carloed numerically; the photon budget per state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952"/>
                <a:gridCol w="4003075"/>
                <a:gridCol w="352270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photons/state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stepped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7.0×10⁷/√N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5×10¹⁵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48462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 — and the sensors' photon economies do not discriminate between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0398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tg96_s5noise_report.txt, zwfs_s5noise_report.txt.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and zwfs_dm96 stage reports S2–S5 (registration and kernel calibration, modal battery, differential head-to-head with break scale, photon-noise pricing).  Campaign READMEs carry the findings ledgers, including the corrected attributions (pattern-radius frame bias; the refuted sampling-starvation hypothesis).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