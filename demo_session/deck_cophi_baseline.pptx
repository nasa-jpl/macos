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14–15)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516636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904" y="1298448"/>
            <a:ext cx="4399591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geometric tail places the detector field by ray index, not camera position: per-index null 681 nm, by position 0.45 nm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plate; without it OAP1 was fed off focus (84 nm of defocus) — now trimmed to zero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and Feng's plain splitter read the same picometers (the camera is well-bound); the polarizing train costs light only (throughput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60781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below ~1.5 px per actuator the actuator fit collapses (the blur demo's box kernel)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3619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timings: TO's records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</a:t>
            </a:r>
            <a:r>
              <a:rPr sz="1300" b="1">
                <a:solidFill>
                  <a:srgbClr val="6E6E6E"/>
                </a:solidFill>
                <a:latin typeface="Arial"/>
              </a:rPr>
              <a:t>a per-gauge sweep at 1, 1.5, 2 and 4 px per actuator is a one-day format run — the item that turns this table into records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sz="1500" b="0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15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lock-in camera is the fast form</a:t>
            </a:r>
            <a:r>
              <a:rPr sz="1050" b="0">
                <a:solidFill>
                  <a:srgbClr val="6E6E6E"/>
                </a:solidFill>
                <a:latin typeface="Arial"/>
              </a:rPr>
              <a:t> (3.4 s per pm as surveyed, 0.125 s cycles) — one vendor question from a number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17); the polarization-camera timings through the noise hook (slide 16).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