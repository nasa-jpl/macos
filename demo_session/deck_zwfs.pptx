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Zernike sensor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with the reference arm removed: a quarter-wave dimple at focus turns one camera frame into a wavefront measurement — set against the phase-shifting interferometer on the same deformable mirror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Campaign status: sensor model verified; battery, head-to-head and photon pricing measured (reported in the interferometer deck); multi-color excursion and the literature scan folded here; vector step pending.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the beam interferes with its own core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etched dimple at the focus phase-shifts the heart of the beam; that light spreads back over the pupil as a built-in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transparent plate, one tiny etched spot.  At the focus, the core of the beam passes through the dimple and picks up a quarter-wave phase shift; everything outside misses it.  The shifted core light spreads back across the whole pupil image and interferes with the rest — a common-path interferometer with no second arm.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brightness becomes a phase map.  Near a quarter wave of shift, the camera intensity is close to linear in the wavefront: one frame per measurement, no moving parts, no polarization optics.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prices: the sensor cannot see piston and dims toward the very lowest spatial frequencies — the reference is made from the beam itself.  Measured so far the cost sits BELOW defocus: defocus itself already reads at 0.99 (2.0 λF/D spot, full resolution).  And the linear reading holds only for small departures — the range limit is a scheduled measurement.</a:t>
            </a:r>
          </a:p>
        </p:txBody>
      </p:sp>
      <p:pic>
        <p:nvPicPr>
          <p:cNvPr id="5" name="Picture 4" descr="zwfs_mask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64" y="1298448"/>
            <a:ext cx="4344230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with the dimple footprint on its core (left); the mask itself — a 1.57 rad phase disk, edges gray from area-weighted supersampling (right).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dimple takes 28.0% of the light — the encircled energy a 1.06 λF/D disk should take from a focused spot.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setup: the interferometer's test arm, alone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source, same splitter, same 700 mm DM leg, same lenses — the reference arm and every polarization element simply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Reused whole: the TG96 bench solved for the 96×96, 1 mm-pitch DM — splitter at 7°, clearance-solved legs, the retuned detector optics.  The dimple sits at the internal focus of the existing detector leg, in the mask seat the bench already carried; the camera still views the DM image.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Removed: the reference flat and its leg; the polarizer, four arm waveplates, output waveplate and analyzer.  Nothing else 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that discipline matters: when the two instruments are scored against each other, the only difference is the sensing principle — not the glass, not the geometry.</a:t>
            </a:r>
          </a:p>
        </p:txBody>
      </p:sp>
      <p:pic>
        <p:nvPicPr>
          <p:cNvPr id="5" name="Picture 4" descr="zwfs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train as traced: source and splitter at left, the 96 mm DM on its 700 mm leg, the detector tail converging to the dimple's focus, and the camera at the pupil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Two model findings on the way, recorded in the campaign README: the mask must sit at the real focus (−5.58 mm from the textbook seed — the lens is the optimized one), and representing a µm-scale mask at focus needs a diffraction bracket around that plane (reference-sphere legs, the coronagraph-bench idiom).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is real hardware, modeled at its own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346.2 nm of etch in fused silica = 1.571 rad at 632.8 nm; a 9-spot substrate, one spot in the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part: a transmissive fused-silica substrate carrying a 3×3 array of etched dimples of graded diameter — the VSG2 wavefront-sensor mask.  Etch depth 346.2 nm → phase 2π(n−1)d/λ = 1.571 rad ≈ a quarter wave at 632.8 nm.  Translating the substrate selects a spot; only one is ever in the beam.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56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088"/>
                <a:gridCol w="3003062"/>
                <a:gridCol w="1501531"/>
                <a:gridCol w="1287026"/>
                <a:gridCol w="12870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spot diameter (λF/D)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1.06 (default)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here, at F/4.2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3.22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92455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 the model: the etched disk is a complex mask multiplied into the propagated field at the focal plane — edges area-weighted at 8× supersampling, the disk centered on the measured spot (the same alignment the real substrate gets by translation).  An exact identity gates it: the masked field equals the sum of the direct and dimple-diffracted parts to 15 digits, so the mask provably acts on the light.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Spot size is also a sampling lever: a larger spot relaxes the focal-plane grid a high-resolution pupil leaves behind — the 96×96 runs use the 3.0 λF/D spot; the trade across the real spot table is a scheduled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27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Hardware numbers from the VSG2 ZWFS upgrade deck, carried in vsg2_params.m; substrate class Thorlabs W4101FT1.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 light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known 8 nm ripple commanded on the DM comes back from ONE camera frame at gain 0.93 — and reads as nothing when the dimple is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response chain, gated: dimple resolved at 6.3 px on the focal grid; masked frame = direct + diffracted parts at 3×10⁻¹⁶; core fraction 0.280.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an 8 nm radial ripple on the DM, reconstructed from a single frame against the flat-state reference maps — gain 0.932, residual 0.45 nm, with the camera-to-DM mapping taken from traced rays (magnification 10.16, anamorphism 0.00%).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control: the same DM state read without the dimple recovers gain −0.07 — plain pupil imaging is phase-blind; the signal is the dimple's.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Low orders are less trouble than presumed: defocus reads at 0.986 at full resolution.  The self-reference blindness lives at piston and tilt; the full response curve against the interferometer is the battery's job.</a:t>
            </a:r>
          </a:p>
        </p:txBody>
      </p:sp>
      <p:pic>
        <p:nvPicPr>
          <p:cNvPr id="5" name="Picture 4" descr="zwfs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237" y="1298448"/>
            <a:ext cx="4738085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Commanded figure (left) against the single-frame recovery (right): same rings, same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numbers from zwfs_s1_report.txt (five gates, 20 s a run, development resolution); full-resolution battery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Measuring the DM: a poke and a low-order figure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reads at gain 0.45 through one frame; an 8 nm defocus at 0.99 — and a sampling sweep shows the spot size, not the camera, sets the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zwfs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the sensed blob is broadened and dimmed — gain 0.445, 0.29 nm rms error.  The fine end is this sensor's real cost at this camera.</a:t>
            </a:r>
          </a:p>
        </p:txBody>
      </p:sp>
      <p:pic>
        <p:nvPicPr>
          <p:cNvPr id="6" name="Picture 5" descr="zwfs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sensed matches applied at gain 0.986, 0.16 nm rms — low orders above tilt are not the trouble they were presumed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Swept, and it is not the camera: poke gain does not move from 1.7× to 5× detector margin over the actuator scale, nor from 1.3 to 3.7 rays per actuator on the DM side.  The lever is the spot: 3.0 λF/D reads the poke at 0.59 but defocus falls to 0.78; 2.0 gives 0.45 and 0.99; the 1.06 hardware spot inverts the poke's sign.  The dimple diameter selects a band — no single spot serves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that is workable: the transfer is flat in sampling and set by a known dimple — stable and calibratable.  The actuator-model fit (the agreed score) with a measured response absorbs it; that is the battery's reconstructor path toward the 1 pm ultimate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841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Linear reconstructor throughout; alternatives are a scheduled study.  Sweep record: zwfs_sweep.m (8 configs, 1.2 min).  Identical cases on the interferometer: poke gain 0.984 / 0.049 nm, defocus 1.024 / 0.086 nm (the Fang deck carries them).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Color as a lever: the blind bands move with wavelength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colors through the one mask keep the combined transfer above 0.99; on a 30 nm working surface the single-actuator floor falls 720 → 224 pm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s6color_zw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921" y="1298448"/>
            <a:ext cx="3963557" cy="33726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934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transfer of (p,0) lattice modes at five wavelengths: the null near 30 cycles/pupil at 632.8 nm sits at 40 at 480 nm and at 20 at 780 nm; the five-color combination (black) never drops below 0.991.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works: the dimple is fixed glass — its phase (π/2 at 632.8 nm) and its diameter in λ/D scale with wavelength, and so does the frequency where the response crosses zero: 40, 36, ~30, 24, 20 cycles/pupil at 480, 532, 632.8, 700, 780 nm.  Each color carries its own calibration: flat references, measured kernel, modal transfer.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combination: a multi-channel Wiener estimate on the actuator lattice weights each color by its own transfer, so a mode one color cannot see is carried by another.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it buys (linear reading, 632.8 nm alone → five colors): single-actuator floor on the 30 nm working surface 720 → 224 pm (SNR 9 → 35); dense random 16.4 → 7.2 nm; the grid case the sensor could not detect rises from SNR 1.5 to 3.4 — better, still short of detection.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interferometer, same test: unchanged at every color — its roll-off is geometric, not diffractive (its deck carries the slide).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Cost: K× frames per measurement.  Under equal weights the phase-stepped reading on a flat gets slightly worse (287 → 313 pm): weight colors by their measured systematic first.  Noiseless, 96×96; records zwfs_s6color.m / zwfs_s6color_report.txt, combiner dm_gauge_lib/dmg_color_comb.m.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Side by side with the Twyman–Green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dims at the finest patterns, the Zernike sensor at the very lowest and in range — the price of its one-frame economy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582"/>
                <a:gridCol w="3528228"/>
                <a:gridCol w="501792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Twyman–Green PSI (measured)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 (this campaign)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beam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second arm's 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made from the beam's own focal 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measurement costs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 traces (3 per arm), 4 fringe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camera frame (+1 stored flat set)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hardware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polarizer, 5 waveplates, analyzer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moving parts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(polarization-stepped)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null, nothing 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0.134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response rolls off 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fine patterns: 0.50 at the 96×96 checkerboard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very lowest orders (piston/tilt; defocus already 0.99)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range in one frame 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half a wave, and unwrappable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small departures only; the fold point is a scheduled measurement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 pushed 20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0.98, error 0.05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0.45–0.59, set by spot size, flat in sampling (next slide)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10 nm actuator change, differenced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head-to-head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the interferometer measures any surface and pays at high spatial frequency; the Zernike sensor measures small changes cheaply — one frame, no polarization train — and pays at low spatial frequency and in range.  Neither table column is a winner until both are scored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6483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PSI column: tg_psi_dm96 run 10.  Differential entries are map-space; both instruments will be restated in actuator space before the head-to-head (next slide).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and how it will be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DM truth, same battery — and the score is how well an actuator change is recovered, through the DM's own actuation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metric (the design ruling): measure a working state, apply a known deviation, measure again, difference the measurements — then fit the DM actuation model to the result and score the recovered actuator changes, not map pixels.  The actuator fit absorbs each instrument's roll-off inside the DM's own band, so the comparison is fair to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interferometer's differential floor stands at 0.021 nm on a 10 nm single-actuator change and 3.67 nm on a 10 nm random pattern (map space, base-independent) — both to be restated in actuator space before the sensor is scored against them.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campaign from here: camera registration by the two-poke doctrine at small strokes → the same 12-pattern battery at 48×48 and 96×96 → the differential head-to-head, including the working-state size where the sensor's linear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Then the vector step: a polarizing metasurface in place of the etched dimple gives the two polarizations opposite phase shifts — two pupil images in one frame, shifted opposite ways, so the sign ambiguity disappears and the usable range grows.  The engine's vector-diffraction and per-polarization mask machinery is already in place from the coronagraph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53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Registration pokes drop to ~20 nm for the sensor: a 150 nm poke is 3 rad of phase — outside the linear reading.  Measured since (S2–S5): 46 pm for the interferometer against 744 pm (linear) / 773 pm (phase-stepped) for the sensor on the 30 nm working surface; the interferometer deck carries the head-to-head, break scale and photon pricing.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the Zernike-sensor literature offers, in priority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Twelve papers read; one import addresses this campaign's weak results directly: reconstruct with an iterated reference wave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091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8"/>
                <a:gridCol w="2691327"/>
                <a:gridCol w="845845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gives this 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Ruane, Wallace, Steeves et al. 2020, JATIS 6, 045005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per-pixel reconstruction from the pupil amplitude, the reference wave b and the masked image; a sensitivity factor per pixel; a four-term systematic budget; 1 pm reached at 4.4×10⁵ frames; no loss to 25 % bandwidth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Doelman, Fagginger Auer, Escuti, Snik 2019, Opt. Lett. 44, 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Vector Zernike: ±π/2 on opposite circular polarizations gives two pupil images, an exact phase-and-amplitude solution, an iterated b, achromatic to 100 % bandwidth; the leakage terms are written down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N'Diaye, Vigan, Dohlen et al. 2016, A&amp;A 592, A79 (ZELDA II)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Second-order reconstruction with b from the mask model; 1.06 λ/D at π/2; range −0.14 to +0.36 λ; the sensitivity factor drifts 10 % day to day on SPHERE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Chambouleyron, Cissé, Salama, Haffert, Wallace et al. 2024, SPIE 13097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phase-shifted pair (±π/2) yields cos φ and sin φ; iterative reconstructors reach about 1 rad rms; the bench limits were polarization crosstalk and defocus between the two pupils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Haffert 2024, A&amp;A 683, A113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Iterative nonlinear reconstructors reach machine precision below 0.25 rad rms; phase sorting extends to 0.75 rad; adding wavelengths to 1.4 rad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Darcis, Haffert, Chambouleyron, Doelman et al. 2025, A&amp;A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Multi-wavelength gradient descent through the forward model: dynamic range for the scalar sensor, photon robustness across a wider band, two-wavelength unwrapping of petal errors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365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Priority = payoff against this campaign's measured weak results (the base-crosstalk floors, the undetected grid-on-base case, the stepped-reading regression under equal-weight color combination).  Synopses and links: macos/REPORT_zwfs_lit_scan.md.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Demonstrations, segmented mirrors, and the in-house precedent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Picometers by alternating DM states and averaging; segment piston by model iteration, underestimated below 50 % Strehl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091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592"/>
                <a:gridCol w="3730058"/>
                <a:gridCol w="734708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gives this model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Steeves, Wallace, Kettenbeil, Jewell 2020, Optica 7, 1267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pm repeatability in 4.3 s by alternating flat and waffle DM states and averaging the differences; a reconstruction robust at the highest spatial frequencies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Wallace, Rao, Jensen-Clem, Serabyn 2011, SPIE 8126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All-reflective phase-shifting Zernike interferometer: a dynamic, arbitrary core phase shift read in four steps gives phase and amplitude; low sensitivity to vibration, polarization and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Moore and Redding 2018, SPIE 10698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Nonlinear polychromatic physical-optics reconstruction for picometer differential metrology on LUVOIR; the in-house precedent for the reconstructor above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Keck vector-Zernike segment control 2024 (arXiv 2404.08728); Wallace et al. 2022 (arXiv 2205.02241)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Segment piston by model-based iteration; 11 nm rms piston uncertainty; underestimation 2 to 4× below 50 % Strehl; fabricated shifts 0.30π and 0.68π instead of ±0.5π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HiCAT mid-order Zernike sensor 2024 (arXiv 2409.03411)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Per-segment piston, tip and tilt by interaction matrix; a minimal step of 125 ± 31 pm at SNR 4; 14-bit DM quantization reads as steps in the response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Shi et al. 2015, SPIE 9605 (Roman low-order sensor)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reflective dimple on the focal-plane mask senses Z2 to Z11 from the rejected starlight: the spatially filtered form of the same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365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Also read: PIAA-ZWFS (2026, arXiv 2606.28136), lossless pupil apodization that closes the gap to the fundamental sensitivity limit by 10× — a design lever, not a model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Conclusions: reconstruct with an iterated reference wave first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frozen-reference linear reading is the un-iterated case of what every recent paper iterates; that is where the sensor's remaining floors come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this comes first: the base-crosstalk floors and the undetected grid-on-base case are the frozen-b error — the reference wave is calibrated on the flat DM and never updated, so a working surface moves the reference core and the linear reading reads it as crosstalk (S2b: defocus on a working surface read 0.74 under exact retrieval).  Every recent reconstructor iterates b; this model does not yet.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spec: solve each pixel exactly from the masked image, the pupil amplitude and b (Ruane 2020, eq. 36–37); re-propagate the estimate through the mask model to refresh b; repeat three to five times.  The engine's exact reference field gates the FFT surrogate for b to 10⁻¹⁰ before it is trusted — a check no bench can make.  Success: the grid-on-base case detected from one frame at SNR ≥ 5, and the hold-out gain within 3 % of 1 without the modal over-correction.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this model has that the papers do not: engine-exact reference and pupil fields, the ray-affine registration doctrine, actuator-space scoring through the DM influence model, the two-observables-per-pixel depth-ladder result, and the color-resolved migration of the response nulls.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4797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Spec and provenance: macos/REPORT_zwfs_lit_scan.md, "Suggested first ZWFS task"; implemented as a third reading in dm_gauge_lib/dmg_zwfs_gauge beside the frozen-linear and phase-stepped readings.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Conclusions: the follow-on imports, in order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Budget form, model-matched DM calibration, spot and color reruns on the new reconstructor, the vector sensor priced before it is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JPL budget form: a per-pixel sensitivity factor from the measured fields predicts the photon-noise stage analytically, and the four systematic terms (pupil calibration at ½, reference wave at 1, dimple depth, initial phase) become the rows of the error budget.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Calibrate the DM through the sensor's own image model: fit actuator positions and gains by matching sensor images of poke grids to a simulation that includes the propagation distances — the out-of-conjugate case.  The interferometer's detector sits off the DM conjugate after the null-tuned tail, so this is its lever too.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Rerun spot size and color on the new reconstructor: the "larger spot, worse b" trade disappears once b is iterated, so the 1.06 / 2.0 / 3.0 λ/D sweep is due again; the five-color combination becomes a joint per-wavelength fit, which also removes the stepped-reading regression seen under equal weights.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Model the vector sensor before the metasurface is built: the exact two-image solution and its leakage terms (retardance offsets, splitter rotation) run on the engine's polarization machinery; the bench limits at Keck and SEAL were defocus and crosstalk between the two pupil images, both priceable here.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interferometer, for balance: a PZT phase shift buys no model gain — its floors are geometric and color-independent — but on hardware an absolute phase scale and freedom from polarization systematics; the recommended form is a hybrid: polarization snapshot for the differential measurements, a PZT on the reference flat as calibrator.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7508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Segmented-mirror lessons carried forward: the sensor reads segment piston but not global piston, DM quantization appears as steps in the response, and piston is underestimated below 50 % Strehl (Keck) — all three enter the e5-class segmented gauges.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Campaign: templates/40_benches/zwfs_dm96 — zwfs_s1.m (five gates: sampling, superposition, reference wave, response, no-dimple control), zwfs_mask.m, zwfs_s1_figs.m (the figures here), zwfs_s1_report.txt, README with the findings chain; plan and rulings in macos/BRIEF_zwfs_campaign.md.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Findings earned in S1, recorded so they are not re-derived: the stock detector leg is ray-traced (geometric) at the mask plane — a λ/D-scale mask needs the reference-sphere diffraction bracket (now a builder option, default off, existing decks bit-identical, suites green); the mask must sit at the optimized lens's real focus (−5.58 mm from the thin-lens seed, found by a peak scan the gate re-runs); the camera-to-DM frame must come from traced rays — a support-area estimate was 25% off and read a fine test pattern as "no response."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Sign convention pinned by gate: surface height = −φ·λ/4π on this deck (single reflection doubles height).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Correction trail (kept so it is not re-derived): early defocus readings of 0.54 and 0.32 were PATTERN-RADIUS bias — the source cone fills 74% of the aperture, and truth patterns drawn on the aperture radius overhang the light.  Corrected on the measured illuminated radius: 0.986.  Third frame lesson of the campaign; the campaign README carries all three.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WF-estimate figures: zwfs_wf_figs.m (traced render + triptychs, model 1024 / 193-px camera / 2.0 λF/D spot; cases matched to tg96_wf_figs.m).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Hardware source: "VSG2 Zernike Wavefront Sensor Update -v2" deck, parameters carried in templates/40_benches/vsg_wip/vsg2_params.m §9.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 comparison column: templates/40_benches/tg_psi_dm96, run 10 (tg96_report.txt).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Literature scan (2026-09-09): macos/REPORT_zwfs_lit_scan.md — twelve papers, ranked, with the PZT verdict for the interferometer and the spec for the iterated-reference-wave reconstructor.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