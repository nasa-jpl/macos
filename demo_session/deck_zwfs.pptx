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Zernike sensor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with the reference arm removed: a quarter-wave dimple at focus turns one camera frame into a wavefront measurement — set against the phase-shifting interferometer on the same deformable mirror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Campaign in progress: sensor model verified; battery and head-to-head pending.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the beam interferes with its own core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etched dimple at the focus phase-shifts the heart of the beam; that light spreads back over the pupil as a built-in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transparent plate, one tiny etched spot.  At the focus, the core of the beam passes through the dimple and picks up a quarter-wave phase shift; everything outside misses it.  The shifted core light spreads back across the whole pupil image and interferes with the rest — a common-path interferometer with no second arm.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brightness becomes a phase map.  Near a quarter wave of shift, the camera intensity is close to linear in the wavefront: one frame per measurement, no moving parts, no polarization optics.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prices: the sensor cannot see piston and dims toward the very lowest spatial frequencies — the reference is made from the beam itself.  Measured so far the cost sits BELOW defocus: defocus itself already reads at 0.99 (2.0 λF/D spot, full resolution).  And the linear reading holds only for small departures — the range limit is a scheduled measurement.</a:t>
            </a:r>
          </a:p>
        </p:txBody>
      </p:sp>
      <p:pic>
        <p:nvPicPr>
          <p:cNvPr id="5" name="Picture 4" descr="zwfs_mask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164" y="1298448"/>
            <a:ext cx="4344230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with the dimple footprint on its core (left); the mask itself — a 1.57 rad phase disk, edges gray from area-weighted supersampling (right).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dimple takes 28.0% of the light — the encircled energy a 1.06 λF/D disk should take from a focused spot.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setup: the interferometer's test arm, alone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source, same splitter, same 700 mm DM leg, same lenses — the reference arm and every polarization element simply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Reused whole: the TG96 bench solved for the 96×96, 1 mm-pitch DM — splitter at 7°, clearance-solved legs, the retuned detector optics.  The dimple sits at the internal focus of the existing detector leg, in the mask seat the bench already carried; the camera still views the DM image.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Removed: the reference flat and its leg; the polarizer, four arm waveplates, output waveplate and analyzer.  Nothing else 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that discipline matters: when the two instruments are scored against each other, the only difference is the sensing principle — not the glass, not the geometry.</a:t>
            </a:r>
          </a:p>
        </p:txBody>
      </p:sp>
      <p:pic>
        <p:nvPicPr>
          <p:cNvPr id="5" name="Picture 4" descr="zwfs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train as traced: source and splitter at left, the 96 mm DM on its 700 mm leg, the detector tail converging to the dimple's focus, and the camera at the pupil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Two model findings on the way, recorded in the campaign README: the mask must sit at the real focus (−5.58 mm from the textbook seed — the lens is the optimized one), and representing a µm-scale mask at focus needs a diffraction bracket around that plane (reference-sphere legs, the coronagraph-bench idiom).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is real hardware, modeled at its own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346.2 nm of etch in fused silica = 1.571 rad at 632.8 nm; a 9-spot substrate, one spot in the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part: a transmissive fused-silica substrate carrying a 3×3 array of etched dimples of graded diameter — the VSG2 wavefront-sensor mask.  Etch depth 346.2 nm → phase 2π(n−1)d/λ = 1.571 rad ≈ a quarter wave at 632.8 nm.  Translating the substrate selects a spot; only one is ever in the beam.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560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088"/>
                <a:gridCol w="3003062"/>
                <a:gridCol w="1501531"/>
                <a:gridCol w="1287026"/>
                <a:gridCol w="12870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spot diameter (λF/D)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1.06 (default)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1.22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here, at F/4.2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3.22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92455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 the model: the etched disk is a complex mask multiplied into the propagated field at the focal plane — edges area-weighted at 8× supersampling, the disk centered on the measured spot (the same alignment the real substrate gets by translation).  An exact identity gates it: the masked field equals the sum of the direct and dimple-diffracted parts to 15 digits, so the mask provably acts on the light.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Spot size is also a sampling lever: a larger spot relaxes the focal-plane grid a high-resolution pupil leaves behind — the 96×96 runs use the 3.0 λF/D spot; the trade across the real spot table is a scheduled study.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27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Hardware numbers from the VSG2 ZWFS upgrade deck, carried in vsg2_params.m; substrate class Thorlabs W4101FT1.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 light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known 8 nm ripple commanded on the DM comes back from ONE camera frame at gain 0.93 — and reads as nothing when the dimple is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response chain, gated: dimple resolved at 6.3 px on the focal grid; masked frame = direct + diffracted parts at 3×10⁻¹⁶; core fraction 0.280.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an 8 nm radial ripple on the DM, reconstructed from a single frame against the flat-state reference maps — gain 0.932, residual 0.45 nm, with the camera-to-DM mapping taken from traced rays (magnification 10.16, anamorphism 0.00%).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control: the same DM state read without the dimple recovers gain −0.07 — plain pupil imaging is phase-blind; the signal is the dimple's.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Low orders are less trouble than presumed: defocus reads at 0.986 at full resolution.  The self-reference blindness lives at piston and tilt; the full response curve against the interferometer is the battery's job.</a:t>
            </a:r>
          </a:p>
        </p:txBody>
      </p:sp>
      <p:pic>
        <p:nvPicPr>
          <p:cNvPr id="5" name="Picture 4" descr="zwfs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237" y="1298448"/>
            <a:ext cx="4738085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Commanded figure (left) against the single-frame recovery (right): same rings, same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numbers from zwfs_s1_report.txt (five gates, 20 s a run, development resolution); full-resolution battery pending.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Measuring the DM: a poke and a low-order figure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reads at gain 0.45 through one frame; an 8 nm defocus at 0.99 — and a sampling sweep shows the spot size, not the camera, sets the trade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zwfs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the sensed blob is broadened and dimmed — gain 0.445, 0.29 nm rms error.  The fine end is this sensor's real cost at this camera.</a:t>
            </a:r>
          </a:p>
        </p:txBody>
      </p:sp>
      <p:pic>
        <p:nvPicPr>
          <p:cNvPr id="6" name="Picture 5" descr="zwfs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sensed matches applied at gain 0.986, 0.16 nm rms — low orders above tilt are not the trouble they were presumed to be.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Swept, and it is not the camera: poke gain does not move from 1.7× to 5× detector margin over the actuator scale, nor from 1.3 to 3.7 rays per actuator on the DM side.  The lever is the spot: 3.0 λF/D reads the poke at 0.59 but defocus falls to 0.78; 2.0 gives 0.45 and 0.99; the 1.06 hardware spot inverts the poke's sign.  The dimple diameter selects a band — no single spot serves both.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that is workable: the transfer is flat in sampling and set by a known dimple — stable and calibratable.  The actuator-model fit (the agreed score) with a measured response absorbs it; that is the battery's reconstructor path toward the 1 pm ultimate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8419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Linear reconstructor throughout; alternatives are a scheduled study.  Sweep record: zwfs_sweep.m (8 configs, 1.2 min).  Identical cases on the interferometer: poke gain 0.984 / 0.049 nm, defocus 1.024 / 0.086 nm (the Fang deck carries them).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Side by side with the Twyman–Green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dims at the finest patterns, the Zernike sensor at the very lowest and in range — the price of its one-frame economy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2582"/>
                <a:gridCol w="3528228"/>
                <a:gridCol w="5017924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Twyman–Green PSI (measured)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Zernike sensor (this campaign)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beam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second arm's 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made from the beam's own focal 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measurement costs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 traces (3 per arm), 4 fringe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camera frame (+1 stored flat set)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hardware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polarizer, 5 waveplates, analyzer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moving parts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(polarization-stepped)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null, nothing 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0.134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response rolls off 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fine patterns: 0.50 at the 96×96 checkerboard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very lowest orders (piston/tilt; defocus already 0.99)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range in one frame 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half a wave, and unwrappable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small departures only; the fold point is a scheduled measurement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 pushed 20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0.98, error 0.05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0.45–0.59, set by spot size, flat in sampling (next slide)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10 nm actuator change, differenced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head-to-head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the interferometer measures any surface and pays at high spatial frequency; the Zernike sensor measures small changes cheaply — one frame, no polarization train — and pays at low spatial frequency and in range.  Neither table column is a winner until both are scored on the same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6483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PSI column: tg_psi_dm96 run 10.  Differential entries are map-space; both instruments will be restated in actuator space before the head-to-head (next slide).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and how it will be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DM truth, same battery — and the score is how well an actuator change is recovered, through the DM's own actuation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metric (the design ruling): measure a working state, apply a known deviation, measure again, difference the measurements — then fit the DM actuation model to the result and score the recovered actuator changes, not map pixels.  The actuator fit absorbs each instrument's roll-off inside the DM's own band, so the comparison is fair to both.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interferometer's differential floor stands at 0.021 nm on a 10 nm single-actuator change and 3.67 nm on a 10 nm random pattern (map space, base-independent) — both to be restated in actuator space before the sensor is scored against them.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campaign from here: camera registration by the two-poke doctrine at small strokes → the same 12-pattern battery at 48×48 and 96×96 → the differential head-to-head, including the working-state size where the sensor's linear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Then the vector step: a polarizing metasurface in place of the etched dimple gives the two polarizations opposite phase shifts — two pupil images in one frame, shifted opposite ways, so the sign ambiguity disappears and the usable range grows.  The engine's vector-diffraction and per-polarization mask machinery is already in place from the coronagraph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153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Registration pokes drop to ~20 nm for the sensor: a 150 nm poke is 3 rad of phase — outside the linear reading.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Campaign: templates/40_benches/zwfs_dm96 — zwfs_s1.m (five gates: sampling, superposition, reference wave, response, no-dimple control), zwfs_mask.m, zwfs_s1_figs.m (the figures here), zwfs_s1_report.txt, README with the findings chain; plan and rulings in macos/BRIEF_zwfs_campaign.md.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Findings earned in S1, recorded so they are not re-derived: the stock detector leg is ray-traced (geometric) at the mask plane — a λ/D-scale mask needs the reference-sphere diffraction bracket (now a builder option, default off, existing decks bit-identical, suites green); the mask must sit at the optimized lens's real focus (−5.58 mm from the thin-lens seed, found by a peak scan the gate re-runs); the camera-to-DM frame must come from traced rays — a support-area estimate was 25% off and read a fine test pattern as "no response."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Sign convention pinned by gate: surface height = −φ·λ/4π on this deck (single reflection doubles height).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Correction trail (kept so it is not re-derived): early defocus readings of 0.54 and 0.32 were PATTERN-RADIUS bias — the source cone fills 74% of the aperture, and truth patterns drawn on the aperture radius overhang the light.  Corrected on the measured illuminated radius: 0.986.  Third frame lesson of the campaign; the campaign README carries all three.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WF-estimate figures: zwfs_wf_figs.m (traced render + triptychs, model 1024 / 193-px camera / 2.0 λF/D spot; cases matched to tg96_wf_figs.m).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Hardware source: "VSG2 Zernike Wavefront Sensor Update -v2" deck, parameters carried in templates/40_benches/vsg_wip/vsg2_params.m §9.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 comparison column: templates/40_benches/tg_psi_dm96, run 10 (tg96_report.txt).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