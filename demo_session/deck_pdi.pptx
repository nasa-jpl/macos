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457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1F4E79"/>
                </a:solidFill>
                <a:latin typeface="Arial"/>
              </a:rPr>
              <a:t>A point-diffraction interferometer for the DM gauge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82828"/>
                </a:solidFill>
                <a:latin typeface="Arial"/>
              </a:rPr>
              <a:t>The same 96 mm bench and the same deformable mirror: a stepped pinhole at the focus, and the phase-shifting self-referenced interferometer with a waveguide reference (Dube et al. 2024), read exactly and compared with the Zernike sensor's stepped and polarized-dimple readings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D. C. Redding, with Claude Code.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September 2026.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DRAFT — pending review.  Status: both readings built into the sensor runner and gated; the flat-matrix record measured; the fiber-reference record, the 1 λ/D pinhole, the step-scheme trade and the closed-loop rows with a camera-drift knob in progress.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idea: a reference made from the beam's own focal core, kept clean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pinhole passes only the core of the spot; what diffracts from it is a smooth wave whose shape barely depends on the aberration that made the spot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Common-path form (P): a pinhole in a partly transmitting plate at the focus.  The core passes the pinhole and spreads over the pupil image as the reference; the rest of the beam passes the plate, attenuated so the two amplitudes match.  Stepping the pinhole's phase gives four frames and a textbook four-step solve: exact, linear, amplitude and phase, no small-phase limit, no sign fold.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Zernike sensor is this instrument with a phase dimple and a clear plate.  At unit plate transmission and the dimple's diameter, the stepped pinhole reading reproduces the sensor's stepped reading to 5×10⁻¹⁵ (check G7).  What the pinhole changes is the reference: smaller and attenuated, so it moves less with the surface.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price is light: the plate transmission squared, 0.72² here; the sensor keeps all of it.</a:t>
            </a:r>
          </a:p>
        </p:txBody>
      </p:sp>
      <p:pic>
        <p:nvPicPr>
          <p:cNvPr id="5" name="Picture 4" descr="pdi_dev3_p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912" y="1298448"/>
            <a:ext cx="4120734" cy="24023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719068"/>
            <a:ext cx="5394960" cy="889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focal spot on the flat DM with the 2 λ/D pinhole (red), the sensor's dimple (green, the same size) and the waveguide mode's 1/e contour (brown); the reference amplitudes across the pupil image; how much each reference moves under the 30 nm working surface, by pinhole size; the fringe visibility of both readings on the flat.  Dev-resolution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6451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Smartt &amp; Steel 1975 (PDI); Medecki, Tejnil, Goldberg, Bokor 1996 (phase-shifting PDI); Naulleau 1999 (EUV PS/PDI, reference accurate to λ/330).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P/SRI: the reference from a single-mode waveguide, stepped in the chip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Dube et al. 2024 (SPIE 13092-178): a non-common-path interferometer that a coronagraph layout can carry, measuring both phase and amplitude and high-pass filtering the camera's slow drift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Layout: a plate beamsplitter sends 60% of the light to a reference arm that focuses onto a single-mode waveguide in a photonic chip; only the waveguide's mode comes back out — the point-diffraction reference — phase-shifted thermo-optically, recollimated by two OAPs and recombined with the 40% test beam.  Out of band, with a laser and a notch filter in the science channel.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Reconstruction: the five-frame Schwider–Hariharan scan; sums with weights that add to zero give the field's cosine and sine per pixel, hence amplitude and phase.  The change between two measurements is taken by complex division, so a 20 pm change on top of a wrapped absolute phase comes back exact (their example: 10⁻¹⁴ nm).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Why phase shifting: any camera pattern constant within one scan subtracts; Roman's Zernike sensor is limited by ~1 electron per pixel of camera drift over 12 hours.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Modeled here as their code has it: the exact step-index mode (V 2.3, b 0.5, core radius 0.5 λ/D), the coupling of each state's focal field into it, the 60/40 split, the four-step and the five-frame schemes, an optional shutter frame of the reference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What moves with the surface, and what does not.  The waveguide fixes the reference's shape; the surface changes only how much light couples in — a scalar.  Under the 30 nm working surface the coupling drops to 0.86 with 0.025 rad of phase (record run); the differential phase divides the scalar out.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pinhole reference by size (record 1, 30 nm surface): shape change 0.10% at 0.5 λ/D, 0.26% at 1, 0.58% at 1.5, 1.06% at 2 (the dimple), 2.6% at 3; the amplitude scale 0.86 at every size — the Strehl ratio.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Coupling and light: 59% of the focal light couples into the mode on the flat DM; with the 60/40 split the reference is budget-limited to 73% of the visibility-1 amplitude; visibility 0.86, throughput 0.75.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934967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Their next steps, stated in the paper: noise, non-common-path drift, detector systematics.  The model here is ideal in the arm; the camera-drift knob (slide 7) is the first of those.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setup and the scoring: nothing changes but the mask and the solve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sensor's test arm, the same tuned tail, the same DM truth, the same actuator-space score and the same closed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Bench: the TG96 test arm alone with the mask seat inside the reference-sphere bracket at the internal focus; the camera at the DM image.  The pinhole plate replaces the dimple plate; the P/SRI adds nothing to the bench — its reference is synthesized from the traced pupil field, exactly as the paper's model does.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Checks that run every time (all pass at 10⁻¹⁵ to 10⁻¹⁰): the reference model against the engine's own field; the flat DM reads zero; the 100 nm sparse pokes beyond the sensor's fold come back to 0.3 pm (pinhole) and 0.000 pm (waveguide) against the engine's phase; the pinhole reading at unit transmission equals the stepped Zernike reading.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Scored as the sensor is: a change of known actuators on a working surface, before and after, fitted through the measured response matrix (every actuator poked once in sparse grids) in actuator units; gain, floor (pm), SNR; photons per measurement counted at the camera, the throughput printed beside them.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3984498"/>
          <a:ext cx="11368735" cy="1400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048"/>
                <a:gridCol w="1744472"/>
                <a:gridCol w="6716471"/>
                <a:gridCol w="872744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reading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frames per measurement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reference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light kept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Zernike stepped (S)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dimple's core, moves with the surface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Zernike polarized pair (V)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 at once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same, re-computed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stepped pinhole (P)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pinhole-diffracted, iterated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0.82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P/SRI waveguide (PF)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 (or 5)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waveguide mode, fixed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5530977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Photons "per measurement": one DM shape measured once, all frames summed.  Sampling: the pinhole gets the dimple's rule (≥ 6 pixels across at the focus; 3.96 per λ/D at 1024/193, so 1 λ/D needs the 2048 grid).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Record 1: on the working surface the three exact readings agree, and the stepped sensor does not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10 nm actuator change on a 30 nm surface reads at 0.93–0.94 for the polarized pair, the pinhole and the waveguide; 0.75 for the stepped dimple (flat-DM calibration)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5" cy="1960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1698"/>
                <a:gridCol w="1308608"/>
                <a:gridCol w="1308608"/>
                <a:gridCol w="1308608"/>
                <a:gridCol w="3101213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96×96, calibration on the flat DM (runs/pdi193)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PF (pinhole-shaped reference)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20 nm on the flat: gain / floor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0.996 / 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0.994 / 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0.994 / 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0.994 / 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 nm on the 30 nm surface: gain / error pm / SNR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0.752 / 47 / 444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0.939 / 25 / 419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0.933 / 25 / 420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0.940 / 25 / 418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 nm on 47 actuators, same surface: gain / SNR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0.829 / 82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0.997 / 83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0.992 / 84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0.998 / 83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 nm random on the same surface: gain / error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0.818 / 2119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0.999 / 1072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0.993 / 1069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1.001 / 1073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working surface at which the gain drops below 0.8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40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120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120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&gt; 120 nm (0.77 at 120, 0.55 at 240)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photons per measurement for 1 pm (camera)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5.4×10¹³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4.7×10¹³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3.3×10¹³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2.1×10¹⁴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404997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pinhole and the waveguide read as the polarized pair does — exact solves — at four sequential frames instead of two simultaneous ones.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Per photon the stepped pinhole is the cheapest of the four (1.6× fewer than the stepped dimple): its reference carries more of the modulation.  The apodized first reference of the waveguide reading cost 4×; record 2 re-prices it with the mode's own shape.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Range: the pinhole's reference amplitude collapses with the Strehl ratio like the dimple's, so both fold at 120 nm; a reference that does not depend on the surface keeps reading.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595747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Flat-DM calibration (the record's first form); the on-surface calibration that took the stepped sensor to 0.99 / 5 pm is record 2's.  Errors in pm over the lit actuators; SNR = recovered change / floor.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Record 2: calibrated on the working surface, the three exact readings are the same instrument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10 nm change on the 30 nm surface reads 0.9935 with a 4 pm floor for the polarized pair, the pinhole and the waveguide; the waveguide reading has no range limit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5806437" cy="3469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0861"/>
                <a:gridCol w="848894"/>
                <a:gridCol w="848894"/>
                <a:gridCol w="848894"/>
                <a:gridCol w="848894"/>
              </a:tblGrid>
              <a:tr h="65722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96×96, response matrix measured on the 30 nm surface (runs/pdi193fbase)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PF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 nm on the surface: gain / floor pm / SNR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0.989 / 5 / 2120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0.994 / 4 / 2835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0.994 / 4 / 2790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0.994 / 4 / 2842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 nm on 47 actuators: gain / floor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0.999 / 4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0.999 / 3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0.999 / 3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0.999 / 3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 nm random: gain / error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0.984 / 681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1.000 / 331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0.999 / 338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1.000 / 330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gain at 60 / 120 / 240 / 480 nm rms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0.66 / fold / fold / fold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 / fold / fold / fold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0.94 / fold / fold / fold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1.01 / 1.02 / 1.06 / 1.13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photons per measurement for 1 pm, at the camera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5.4×10¹³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4.7×10¹³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3.3×10¹³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1.9×10¹⁴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light kept (divide the row above by it for incident photons)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0.82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4913757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Shutter frame (the reference alone, once per state, 5 frames): [R2].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A 1 λ/D pinhole: [R2].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A 2% step-size error, four-step least squares against the five-frame Schwider–Hariharan scan: [R2].</a:t>
            </a:r>
          </a:p>
        </p:txBody>
      </p:sp>
      <p:pic>
        <p:nvPicPr>
          <p:cNvPr id="6" name="Picture 5" descr="pdi193fbase_p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183" y="1298448"/>
            <a:ext cx="3650192" cy="21280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3444747"/>
            <a:ext cx="5394960" cy="889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record run's own figure: the focal spot with the 2 λ/D pinhole (red), the dimple (green) and the waveguide mode's 1/e contour (brown); the reference amplitudes across the pupil image; the reference's motion under the 30 nm surface by pinhole size (shape, red; amplitude, black; the waveguide's coupling, brown); the fringe visibility of both readings on the flat DM.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37083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Range without a fold: the self-referenced readings lose their reference amplitude with the Strehl ratio and fold at 120 nm rms; the waveguide reference is fixed, so the reading holds gain 1.0–1.1 to 480 nm (the floor grows to 1.6 nm because the response matrix was measured at 30 nm).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Light: with the paper's 60/40 split the reference arm returns 35% of the light and the test beam keeps 40%; the modulation is a smaller share of the detected flux than the stepped pinhole's, whose reference rides on the same beam — 4× more camera photons per picometer, before the arm's own loss.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669023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Same seeds, same actuator-space scoring, same code as the sensor rows (dm_gauge_lib).  "fold" = gain −0.01: the reading returns nothing.  P at unit transmission and the dimple's size equals S to 5×10⁻¹⁵ (check G7).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In closed loop: the hold metric with a camera that drifts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[CAM] filled from runs/ploop193, pcam193, pcam193i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loop: the DM held at the working surface at gain 0.5 for 60 cycles through one reading; the differential to the set point's frames fitted through the matrix; scored as the steady-state hold error.  The ZWFS rows on the same seeds: stepped 2.6×10¹² photons per cycle to hold 3 pm against noise, 7.5×10¹² against a 2 pm walk; polarized pair 1.5 / 5.3×10¹².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camera knob: every pixel's offset random-walks 0.13 electrons per cycle (about 1 electron over the run, the paper's 12-hour figure compressed), constant within a scan.  Readings whose step weights sum to zero (S, P, PF) subtract it exactly; the single-frame readings and the simultaneous pair see the walk and put it on the DM.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Within-scan drift (the whole step across the frames): what the zero-sum readings pay: [CAM].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298448"/>
          <a:ext cx="5394957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3150"/>
                <a:gridCol w="960342"/>
                <a:gridCol w="914611"/>
                <a:gridCol w="1004823"/>
                <a:gridCol w="1692031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reading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3 pm held, noise only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3 pm held, 2 pm walk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thermal floor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camera walk, 10¹⁵ photons: hold error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stepped dimple 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2.6×10¹²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7.5×10¹²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10.0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[CAM]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polarized pair V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1.5×10¹²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5.3×10¹²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9.9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[CAM]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linear L (1 frame)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2.1×10¹²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7.3×10¹²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27.6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[CAM]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stepped pinhole P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[CAM]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[CAM]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[CAM]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[CAM]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P/SRI waveguide PF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[CAM]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[CAM]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[CAM]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[CAM]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405079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dm_gauge_lib/dmg_loop, shared with the interferometer; drift seed 77 on the full actuator grid.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Run it yourself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One parameter sheet and one script; the sensor runner carries the two point-diffraction readings as options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Two files: pdi_params.m returns zwfs_params with the readings S, V, P, PF and the camera-drift loop kind set; pdi_run.m runs zwfs_run on it.  Every pinhole and waveguide setting is a documented knob (P.pdi): pinhole size, plate transmission, phase steps and scheme, shutter frame, reference iterations, split ratio, the waveguide's mode, a step-size error; the loop's camera walk and its within-scan fraction (P.loop).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2465831"/>
          <a:ext cx="11368734" cy="1960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7032"/>
                <a:gridCol w="4471702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call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pdi_run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record: bench checks, the full test set, figures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pdi_run('battery.calib_surface','base', 'battery.ladder_sites','grid')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calibrated on the working surface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pdi_run('pdi.DIA_LAMD',1.0, 'MODEL',2048, 'NGRID',385, 'param_file','macos_param_2048.txt')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 1 λ/D pinhole, fully sampled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pdi_run('pdi.scheme','sh5', 'pdi.step_err',0.02)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five-frame scan with a 2% step error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pdi_run('stages',{'bench','loop','figs'}, 'loop.drifts',{'cam'})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camera-drift hold rows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./zwfs_batch.sh TAG "pdi_params, the same arguments"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unattended, memory-capped, logged; one engine run at a time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4572381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Records: templates/40_benches/zwfs_dm96/runs/pdi193 (record 1), pdi193f / pdi193fbase / pdi193state / pdi193d1 / pdi193se_* (record 2), ploop193 / pcam193 / pcam193i (loop); README "P / PF"; plan and literature in macos/BRIEF_pdi_campaign.md.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Conclusions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[R2/CAM] to be stated once record 2 and the loop rows land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stepped pinhole is the stepped Zernike sensor with a smaller, attenuated reference: the same frames and the same algebra (equal to 5×10⁻¹⁵ at unit transmission); it reads exactly where the dimple's four-step does not (0.93 vs 0.75 on the 30 nm surface), for 1.6× fewer camera photons, and pays 18% of the light at the plate.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A reference that does not depend on the surface is what extends the range: the waveguide reading keeps reading past the surfaces at which every self-referenced reading folds.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[R2] the on-surface calibration, the 1 λ/D pinhole, the scheme trade.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[CAM] which readings the camera walk reaches, and what within-scan drift costs the zero-sum ones.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What the model does not yet carry: the reference arm's own drift (non-common path), detector nonlinearity and persistence — the paper's own list.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F4E79"/>
                </a:solidFill>
                <a:latin typeface="Arial"/>
              </a:rPr>
              <a:t>Backup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Provenance and records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Every number re-derives from a committed 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Code: templates/40_benches/dm_gauge_lib/dmg_pdi_gauge.m (both readings, the reference models, the step schemes), dmg_loop.m (the camera drift), zwfs_run.m (readings P / PF, checks G5–G7, the loop's 'cam' kind), zwfs_run_figs.m (the point-diffraction figure), pdi_params.m / pdi_run.m; tests/tDmgLoop.m (10 checks, including the camera immunity).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Runs: zwfs_dm96/runs/pdi_dev, pdi_dev2, pdi_dev3 (dev-resolution checks); pdi193 (record 1); pdi193f, pdi193fbase, pdi193state, pdi193d1, pdi193se_ls, pdi193se_sh5 (record 2); ploop193, pcam193, pcam193i (loop).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Paper and model: ~/dev/MACOS_sandbox/pSRI/Dube_pSRI.pdf; photonic-sri-simulation (coupleThroughPhotonicChipRecollimate.m, singleModeField.m, PSIAccumulate.m, differentialPSIReconstructAmpPhs.m).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Plan and literature: macos/BRIEF_pdi_campaign.md.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