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dw/dsurf on the JWST OTE deck: what each option does to one segment's column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jwst_ote_designc.in (Luis's zoom deck), model 512, 63-ray grid, stop at the FSM (element 25), wavefront read at the ExitPupil Return (27); Seg2 (element 5) poked alone in radius (Kr) and conic (Kc) through run_sensitivities, centre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2026-09-10.  Every figure is the runner's own centre-field page (&lt;name&gt;_pages/*_elt5_center.png), unmodified: MATLAB default colormap, autoscaled, piston removed by the page plotter, zeros not drawn.  Every option shown is a run_sensitivities option since 2026-09-09 ('orient', 'sign', 'opd_ref', and 'elts' now reach the dwdsurf channel).  Numbers: dW/dp per unit parameter, mm of OPD per mm (Kr) / per unit (Kc), centre field, single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OPD reference decides what the unpoked segments read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runner's own centre-field page, unmodified: mean paints the other 17 segments, chief shows only the poked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mean_x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opd_ref = mean: the 17 unpoked segments appear as one flat colour (the piston-removed constant), the poked Seg2 as the hexagon.</a:t>
            </a:r>
          </a:p>
        </p:txBody>
      </p:sp>
      <p:pic>
        <p:nvPicPr>
          <p:cNvPr id="6" name="Picture 5" descr="dwdsurf_jwst_page_chief_x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opd_ref = chief: the unpoked segments read exactly zero and are not drawn; only Seg2 remains.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run_sensitivities pages (&lt;name&gt;_pages/*_elt5_center.png), orient xy, sign opl, surf_remove_ptt off, piston removed by the page plotter, MATLAB default colormap, autoscaled.  Under mean the offset on the unpoked segments is -(N_k/N) x mean(poked response): Kr 4.40e-4, Kc 1.66e-2 per unit parameter (5.4% / 4.5% of the poked segment's rms), equal on all 17 to 6e-16.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Under orient xy the page itself was scrambled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chief-reference page before and after the plotter fix; the raw-orientation page was always clean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chief_xy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Before: the centre-field page rebuilt its pixel index from the transposed nominal map, so the rows landed on the wrong pixels and the hexagon smeared into streaks.</a:t>
            </a:r>
          </a:p>
        </p:txBody>
      </p:sp>
      <p:pic>
        <p:nvPicPr>
          <p:cNvPr id="6" name="Picture 5" descr="dwdsurf_jwst_page_chief_x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After: the index is built on the raw-orientation map and remapped with the same rule as the harvest; the xy page is the raw page transposed,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sensitivities/per_field_indx.m; gate tRunSensitivities/test_per_element_page_index_follows_orient_xy (xy page == raw page transposed to 0; the old recipe differs by more than 10% of the map).  This is the picture Luis was reading as a residual.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Why: a column is a difference of two referenced maps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poking one segment moves the aperture-mean reference; the chief ray's does not move unless its own segment is poked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298448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Engine OPD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path length minus a reference: whole-aperture mean (default) or the chief ray's own path (macos.opd_ref)</a:t>
            </a:r>
          </a:p>
        </p:txBody>
      </p:sp>
      <p:sp>
        <p:nvSpPr>
          <p:cNvPr id="5" name="Down Arrow 4"/>
          <p:cNvSpPr/>
          <p:nvPr/>
        </p:nvSpPr>
        <p:spPr>
          <a:xfrm>
            <a:off x="6013551" y="1993392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39696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mean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poked segment shifts the mean by (N_k/N) x its mean response; every ray inherits the shift as a piston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13551" y="2834640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980944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chief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reference is one ray; on this deck it passes through the virtual centre segment (element 4), so every REAL segment's poke leaves it alone and the other segments read 0</a:t>
            </a:r>
          </a:p>
        </p:txBody>
      </p:sp>
      <p:sp>
        <p:nvSpPr>
          <p:cNvPr id="9" name="Down Arrow 8"/>
          <p:cNvSpPr/>
          <p:nvPr/>
        </p:nvSpPr>
        <p:spPr>
          <a:xfrm>
            <a:off x="6013551" y="3675888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822191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The one gap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a deck whose chief ray sits on a real segment (e5hex1: the centre one) moves the reference when that segment is poked; the others then read -m(chief), 5% of that segment's rms for Kr.  A fixed nominal reference length (engine OPDRefRayLen branch, one api wrapper) localises every column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0915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Gates: tOpdRef/test_driver_single_segment_poke_is_local_under_chief (e5hex1, driver path; fails on the previous code) and tRunSensitivities/test_dwdsurf_channel_honours_elts_orient_and_opd_ref.  The default stays 'mean' until the fixed-length reference lands: no committed baseline moves.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PTT removal does not remove the leak; it relabels it as a tilt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with surf_remove_ptt on, the mean and chief pages become identical and a tilt runs across all 18 segments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mean_p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surf_remove_ptt = true, opd_ref = mean: the 17 unpoked segments carry a tilt instead of a flat offset.</a:t>
            </a:r>
          </a:p>
        </p:txBody>
      </p:sp>
      <p:pic>
        <p:nvPicPr>
          <p:cNvPr id="6" name="Picture 5" descr="dwdsurf_jwst_page_chief_p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surf_remove_ptt = true, opd_ref = chief: identical to the mean page, the global piston/tip/tilt fit has absorbed the reference difference.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Runner pages, unmodified.  The fit is global, so the poked segment biases it: the unpoked segments' rms goes from 4.4e-4 (flat offset under mean) to 7.0e-4 (tilt), the same under either reference.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Orientation transposes the array; sign negates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raw is the engine array (index 1 along global X), xy is its transpose; wavefront is opl negated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page_mean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90" y="1298448"/>
            <a:ext cx="373021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orient = raw, opd_ref = mean: the same rays as the xy page, transposed (the spider arms rotate); the unpoked segments carry the same flat offset.</a:t>
            </a:r>
          </a:p>
        </p:txBody>
      </p:sp>
      <p:pic>
        <p:nvPicPr>
          <p:cNvPr id="6" name="Picture 5" descr="dwdsurf_jwst_page_chief_w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170" y="1298448"/>
            <a:ext cx="3730218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sign = wavefront, opd_ref = chief, orient xy: the poked segment's response negated, nothing else drawn.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Runner pages, unmodified.  Orientation anchor: Seg2 sits at (X, Y) = (-1137, +657) mm; in the xy page its footprint is at (+10, -6.5) px from the pupil centre, i.e. columns run along xGrid = -X and rows along yGrid = -Y (the deck's source frame).  'xy' fixes the transpose, not the sign of each axis.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options, where they live, and the recommended call on a segmented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0336"/>
                <a:gridCol w="1889760"/>
                <a:gridCol w="4293317"/>
                <a:gridCol w="300532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now taken by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recommended (segmented)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opd_ref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mean (default), chief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 8 dw_d* drivers, the core, run_sensitivities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chief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orient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raw (default), xy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xy for display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sign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opl (default), wavefront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the consumer needs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elts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[] (all eligible), ids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run_sensitivities -&gt; all four channels (dwdsurf was dropped)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segments of interest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surf_remove_ptt / remove_ptt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false (default), true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dwdsurf driver + runner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false (not a substitute for the reference)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021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run_sensitivities(RX, ..., 'channels', "dwdsurf", 'elts', 5, 'orient', 'xy', 'opd_ref', 'chief').  The reference is re-applied after every Rx reload (a load resets it).  Open for Dave: the fixed nominal reference and the default flip (PLAN 0.x).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