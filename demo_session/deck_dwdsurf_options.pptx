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Arial"/>
              </a:rPr>
              <a:t>dw/dsurf on the JWST OTE deck: what each option does to one segment's column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82828"/>
                </a:solidFill>
                <a:latin typeface="Arial"/>
              </a:rPr>
              <a:t>jwst_ote_designc.in (Luis's zoom deck), model 512, 63-ray grid, stop at the FSM (element 25), wavefront read at the ExitPupil Return (27); Seg2 (element 5) poked alone in radius (Kr) and conic (Kc) through run_sensitivities, centre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DRAFT 2026-09-09.  Every option shown is a run_sensitivities option since this date ('orient', 'sign', 'opd_ref', and 'elts' now reach the dwdsurf channel).  Numbers: dW/dp per unit parameter, mm of OPD per mm (Kr) / per unit (Kc), centre field, single configuration.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OPD reference decides what the unpoked segments read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mean reference: one constant on the other 17; chief reference: exactly zero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wdsurf_jwst_r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448" y="1298448"/>
            <a:ext cx="6750798" cy="4177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4528"/>
            <a:ext cx="11368735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Kr and Kc columns of Seg2 under opd_ref = mean (left) and chief (right): the 17 unpoked segments carry a flat offset on the left (the colour scale's top) and exactly zero on the 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2531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Offset on the unpoked segments under mean = -(N_k/N) x mean(poked response): Kr 4.40e-4, Kc 1.66e-2 per unit parameter (5.4% / 4.5% of the poked segment's rms), equal on all 17 to 6e-16; the mean and chief columns differ by that one constant everywhere (1.4e-12 relative).  orient xy, sign opl, surf_remove_ptt off; MATLAB jet colormap, autoscaled colour limits, as in Luis's plots.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Why: a column is a difference of two referenced maps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poking one segment moves the aperture-mean reference; the chief ray's does not move unless its own segment is poked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298448"/>
            <a:ext cx="11368735" cy="713232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282828"/>
                </a:solidFill>
                <a:latin typeface="Arial"/>
              </a:rPr>
              <a:t>Engine OPD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Arial"/>
              </a:rPr>
              <a:t>path length minus a reference: whole-aperture mean (default) or the chief ray's own path (macos.opd_ref)</a:t>
            </a:r>
          </a:p>
        </p:txBody>
      </p:sp>
      <p:sp>
        <p:nvSpPr>
          <p:cNvPr id="5" name="Down Arrow 4"/>
          <p:cNvSpPr/>
          <p:nvPr/>
        </p:nvSpPr>
        <p:spPr>
          <a:xfrm>
            <a:off x="6013551" y="1993392"/>
            <a:ext cx="164592" cy="164592"/>
          </a:xfrm>
          <a:prstGeom prst="down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139696"/>
            <a:ext cx="11368735" cy="713232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282828"/>
                </a:solidFill>
                <a:latin typeface="Arial"/>
              </a:rPr>
              <a:t>Under mean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Arial"/>
              </a:rPr>
              <a:t>the poked segment shifts the mean by (N_k/N) x its mean response; every ray inherits the shift as a piston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13551" y="2834640"/>
            <a:ext cx="164592" cy="164592"/>
          </a:xfrm>
          <a:prstGeom prst="down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2980944"/>
            <a:ext cx="11368735" cy="713232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282828"/>
                </a:solidFill>
                <a:latin typeface="Arial"/>
              </a:rPr>
              <a:t>Under chief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Arial"/>
              </a:rPr>
              <a:t>the reference is one ray; on this deck it passes through the virtual centre segment (element 4), so every REAL segment's poke leaves it alone and the other segments read 0</a:t>
            </a:r>
          </a:p>
        </p:txBody>
      </p:sp>
      <p:sp>
        <p:nvSpPr>
          <p:cNvPr id="9" name="Down Arrow 8"/>
          <p:cNvSpPr/>
          <p:nvPr/>
        </p:nvSpPr>
        <p:spPr>
          <a:xfrm>
            <a:off x="6013551" y="3675888"/>
            <a:ext cx="164592" cy="164592"/>
          </a:xfrm>
          <a:prstGeom prst="down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3822191"/>
            <a:ext cx="11368735" cy="713232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282828"/>
                </a:solidFill>
                <a:latin typeface="Arial"/>
              </a:rPr>
              <a:t>The one gap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Arial"/>
              </a:rPr>
              <a:t>a deck whose chief ray sits on a real segment (e5hex1: the centre one) moves the reference when that segment is poked; the others then read -m(chief), 5% of that segment's rms for Kr.  A fixed nominal reference length (engine OPDRefRayLen branch, one api wrapper) localises every column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709159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Gates: tOpdRef/test_driver_single_segment_poke_is_local_under_chief (e5hex1, driver path; fails on the previous code) and tRunSensitivities/test_dwdsurf_channel_honours_elts_orient_and_opd_ref.  The default stays 'mean' until the fixed-length reference lands: no committed baseline moves.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other options do not remove the leak; they relabel it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PTT removal fits the whole column, orientation transposes, sign negates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wdsurf_jwst_o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190" y="1298448"/>
            <a:ext cx="6913314" cy="4177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4528"/>
            <a:ext cx="11368735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same Kr column with PTT removal (top row: mean and chief become identical, and a tilt now runs across all 18 segments), raw orientation (bottom left: the same rays with index 1 along global X, the spiders rotate) and the wavefront sign (bottom right: negated).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2531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surf_remove_ptt fits global piston/tip/tilt to the whole column: the poked segment biases the fit, so the 17 unpoked segments trade a 4.4e-4 flat offset for a tilt of 7.0e-4 rms, and the reference choice no longer matters.  Orientation check: Seg2 sits at (X, Y) = (-1137, +657) mm and its footprint appears at (+10, -6.5) px from the pupil centre in the xy map, i.e. columns run along xGrid = -X and rows along yGrid = -Y (the deck's source frame; magnitudes match the exit-pupil scale).  'xy' fixes the transpose, not the sign of each axis.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What to run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options, where they live, and the recommended call on a segmented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0336"/>
                <a:gridCol w="1889760"/>
                <a:gridCol w="4293317"/>
                <a:gridCol w="3005322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values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now taken by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recommended (segmented)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opd_ref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mean (default), chief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all 8 dw_d* drivers, the core, run_sensitivities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chief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orient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raw (default), xy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same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xy for display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sign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opl (default), wavefront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as the consumer needs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elts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[] (all eligible), ids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run_sensitivities -&gt; all four channels (dwdsurf was dropped)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segments of interest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surf_remove_ptt / remove_ptt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false (default), true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dwdsurf driver + runner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false (not a substitute for the reference)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50215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run_sensitivities(RX, ..., 'channels', "dwdsurf", 'elts', 5, 'orient', 'xy', 'opd_ref', 'chief').  The reference is re-applied after every Rx reload (a load resets it).  Open for Dave: the fixed nominal reference and the default flip (PLAN 0.x).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