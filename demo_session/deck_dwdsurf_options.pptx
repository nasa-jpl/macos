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dw/dsurf on a segmented pupil: what each option does to one segment's column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e5hex1, 7 hex segments, model 128, 63-ray grid; segment 2 (element 3) poked alone in radius (Kr) and conic (Kc)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DRAFT 2026-09-09.  Driver macos.dw_dsurf; every option is also a run_sensitivities option since this 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OPD reference decides what the unpoked segments read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mean reference: one constant on the other six; chief reference: exactly zero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483" y="1298448"/>
            <a:ext cx="6922727" cy="417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452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Kr and Kc columns of segment 2 under opd_ref = mean (left) and chief (right): the six unpoked segments carry a flat offset on the left and exactly nothing on the right; the colour scale is +-3x that offset, so the poked segment saturates.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253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Offset on the unpoked segments under mean = -(N_k/N) x mean(poked response): Kr 4.32e-4, Kc 2.04e-2 per unit parameter (13% / 11% of the poked segment's rms), equal on all six to 3e-16.  OPD in mm per mm of Kr / per unit Kc; orient xy, sign opl, remove_ptt off.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Why: a column is a difference of two referenced maps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poking one segment moves the aperture-mean reference; the chief ray's does not move unless its own segment is poked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11480" y="1298448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Engine OPD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path length minus a reference: whole-aperture mean (default) or the chief ray's own path (macos.opd_ref)</a:t>
            </a:r>
          </a:p>
        </p:txBody>
      </p:sp>
      <p:sp>
        <p:nvSpPr>
          <p:cNvPr id="5" name="Down Arrow 4"/>
          <p:cNvSpPr/>
          <p:nvPr/>
        </p:nvSpPr>
        <p:spPr>
          <a:xfrm>
            <a:off x="6013551" y="1993392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2139696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mean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poked segment shifts the mean by (N_k/N) x its mean response; every ray inherits the shift as a piston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13551" y="2834640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2980944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Under chief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the reference is one ray on the centre segment; any other segment's poke leaves it alone -&gt; other segments read 0</a:t>
            </a:r>
          </a:p>
        </p:txBody>
      </p:sp>
      <p:sp>
        <p:nvSpPr>
          <p:cNvPr id="9" name="Down Arrow 8"/>
          <p:cNvSpPr/>
          <p:nvPr/>
        </p:nvSpPr>
        <p:spPr>
          <a:xfrm>
            <a:off x="6013551" y="3675888"/>
            <a:ext cx="164592" cy="164592"/>
          </a:xfrm>
          <a:prstGeom prst="down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822191"/>
            <a:ext cx="11368735" cy="713232"/>
          </a:xfrm>
          <a:prstGeom prst="roundRect">
            <a:avLst>
              <a:gd name="adj" fmla="val 10000"/>
            </a:avLst>
          </a:prstGeom>
          <a:solidFill>
            <a:srgbClr val="ECF1F6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282828"/>
                </a:solidFill>
                <a:latin typeface="Arial"/>
              </a:rPr>
              <a:t>The one gap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282828"/>
                </a:solidFill>
                <a:latin typeface="Arial"/>
              </a:rPr>
              <a:t>poking the centre segment moves the chief's path too; the others then read -m(chief), 5% of that segment's rms for Kr.  A fixed nominal reference length (engine OPDRefRayLen branch, one api wrapper) localises every 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70915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Gate: tOpdRef/test_driver_single_segment_poke_is_local_under_chief (fails on the previous code).  Default stays 'mean' until the fixed-length reference lands: no committed baseline moves.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other options do not remove the leak; they relabel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PTT removal fits the whole column, orientation transposes, sign negates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wdsurf_op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5484" y="1298448"/>
            <a:ext cx="7140726" cy="4177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49452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same Kr column with PTT removal (top row: mean and chief become identical, and a tilt now runs across all seven segments), raw orientation (bottom left: the same rays, transposed) and the wavefront sign (bottom right: negated).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253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remove_ptt fits global piston/tip/tilt to the whole column: the poked segment biases the fit, so the six unpoked segments trade a flat offset for a tilt and the reference choice no longer matters; orient raw = the engine array (index 1 along global X), xy = imagesc-ready; sign wavefront negates every wavefront output.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options, where they live, and the recommended call on a segmented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336"/>
                <a:gridCol w="1889760"/>
                <a:gridCol w="3892607"/>
                <a:gridCol w="340603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now taken by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recommended (segmented)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opd_ref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mean (default), 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all 8 dw_d* drivers, the core, run_sensitivities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chief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orient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raw (default), xy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xy for display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sign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opl (default), wavefront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the consumer needs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surf_remove_ptt / remove_ptt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(default), true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dwdsurf driver + runner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false (not a substitute for the reference)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run_sensitivities(RX, ..., 'channels', "dwdsurf", 'orient', 'xy', 'opd_ref', 'chief').  Re-applied after every Rx reload (a load resets the reference).  Open for Dave: the fixed nominal reference and the default flip (PLAN 0.x).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